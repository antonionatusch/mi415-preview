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9" r:id="rId4"/>
    <p:sldId id="260" r:id="rId5"/>
    <p:sldId id="268" r:id="rId6"/>
    <p:sldId id="264" r:id="rId7"/>
    <p:sldId id="265" r:id="rId8"/>
    <p:sldId id="266" r:id="rId9"/>
    <p:sldId id="273" r:id="rId10"/>
    <p:sldId id="271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5ED1CC-E95B-4645-B8D3-866D821D7EB3}" v="8" dt="2025-02-04T18:25:32.1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11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énesis A." userId="8fd8d0bf0e122fad" providerId="LiveId" clId="{F745821D-3DE3-427D-B0B2-3E66BBDF601D}"/>
    <pc:docChg chg="undo custSel addSld modSld addMainMaster delMainMaster">
      <pc:chgData name="Génesis A." userId="8fd8d0bf0e122fad" providerId="LiveId" clId="{F745821D-3DE3-427D-B0B2-3E66BBDF601D}" dt="2024-08-07T17:51:32.150" v="253" actId="20577"/>
      <pc:docMkLst>
        <pc:docMk/>
      </pc:docMkLst>
      <pc:sldChg chg="addSp delSp modSp new mod setBg modClrScheme addAnim delAnim setClrOvrMap chgLayout">
        <pc:chgData name="Génesis A." userId="8fd8d0bf0e122fad" providerId="LiveId" clId="{F745821D-3DE3-427D-B0B2-3E66BBDF601D}" dt="2024-08-07T11:21:25.532" v="55" actId="26606"/>
        <pc:sldMkLst>
          <pc:docMk/>
          <pc:sldMk cId="3326174235" sldId="256"/>
        </pc:sldMkLst>
      </pc:sldChg>
      <pc:sldChg chg="modSp new mod">
        <pc:chgData name="Génesis A." userId="8fd8d0bf0e122fad" providerId="LiveId" clId="{F745821D-3DE3-427D-B0B2-3E66BBDF601D}" dt="2024-08-07T11:24:45.412" v="66" actId="14100"/>
        <pc:sldMkLst>
          <pc:docMk/>
          <pc:sldMk cId="2583357386" sldId="257"/>
        </pc:sldMkLst>
      </pc:sldChg>
      <pc:sldChg chg="modSp new mod">
        <pc:chgData name="Génesis A." userId="8fd8d0bf0e122fad" providerId="LiveId" clId="{F745821D-3DE3-427D-B0B2-3E66BBDF601D}" dt="2024-08-07T11:26:36.992" v="67"/>
        <pc:sldMkLst>
          <pc:docMk/>
          <pc:sldMk cId="1640873940" sldId="258"/>
        </pc:sldMkLst>
      </pc:sldChg>
      <pc:sldChg chg="modSp new mod">
        <pc:chgData name="Génesis A." userId="8fd8d0bf0e122fad" providerId="LiveId" clId="{F745821D-3DE3-427D-B0B2-3E66BBDF601D}" dt="2024-08-07T11:27:25.421" v="74" actId="6549"/>
        <pc:sldMkLst>
          <pc:docMk/>
          <pc:sldMk cId="63748989" sldId="259"/>
        </pc:sldMkLst>
      </pc:sldChg>
      <pc:sldChg chg="modSp new mod">
        <pc:chgData name="Génesis A." userId="8fd8d0bf0e122fad" providerId="LiveId" clId="{F745821D-3DE3-427D-B0B2-3E66BBDF601D}" dt="2024-08-07T17:51:32.150" v="253" actId="20577"/>
        <pc:sldMkLst>
          <pc:docMk/>
          <pc:sldMk cId="2284328563" sldId="260"/>
        </pc:sldMkLst>
      </pc:sldChg>
      <pc:sldChg chg="addSp delSp modSp new mod">
        <pc:chgData name="Génesis A." userId="8fd8d0bf0e122fad" providerId="LiveId" clId="{F745821D-3DE3-427D-B0B2-3E66BBDF601D}" dt="2024-08-07T12:53:56.516" v="92" actId="14100"/>
        <pc:sldMkLst>
          <pc:docMk/>
          <pc:sldMk cId="1703456497" sldId="261"/>
        </pc:sldMkLst>
      </pc:sldChg>
      <pc:sldChg chg="modSp new mod">
        <pc:chgData name="Génesis A." userId="8fd8d0bf0e122fad" providerId="LiveId" clId="{F745821D-3DE3-427D-B0B2-3E66BBDF601D}" dt="2024-08-07T12:59:13.178" v="96" actId="6549"/>
        <pc:sldMkLst>
          <pc:docMk/>
          <pc:sldMk cId="2381836895" sldId="262"/>
        </pc:sldMkLst>
      </pc:sldChg>
      <pc:sldChg chg="modSp new mod">
        <pc:chgData name="Génesis A." userId="8fd8d0bf0e122fad" providerId="LiveId" clId="{F745821D-3DE3-427D-B0B2-3E66BBDF601D}" dt="2024-08-07T13:00:31.865" v="102" actId="20577"/>
        <pc:sldMkLst>
          <pc:docMk/>
          <pc:sldMk cId="1040548026" sldId="263"/>
        </pc:sldMkLst>
      </pc:sldChg>
      <pc:sldChg chg="addSp delSp modSp new mod">
        <pc:chgData name="Génesis A." userId="8fd8d0bf0e122fad" providerId="LiveId" clId="{F745821D-3DE3-427D-B0B2-3E66BBDF601D}" dt="2024-08-07T13:08:16.852" v="124" actId="20577"/>
        <pc:sldMkLst>
          <pc:docMk/>
          <pc:sldMk cId="2725181253" sldId="264"/>
        </pc:sldMkLst>
      </pc:sldChg>
      <pc:sldChg chg="addSp delSp modSp new mod">
        <pc:chgData name="Génesis A." userId="8fd8d0bf0e122fad" providerId="LiveId" clId="{F745821D-3DE3-427D-B0B2-3E66BBDF601D}" dt="2024-08-07T13:32:37.146" v="127" actId="20577"/>
        <pc:sldMkLst>
          <pc:docMk/>
          <pc:sldMk cId="731537754" sldId="265"/>
        </pc:sldMkLst>
      </pc:sldChg>
      <pc:sldChg chg="modSp new mod">
        <pc:chgData name="Génesis A." userId="8fd8d0bf0e122fad" providerId="LiveId" clId="{F745821D-3DE3-427D-B0B2-3E66BBDF601D}" dt="2024-08-07T13:59:12.292" v="134" actId="14100"/>
        <pc:sldMkLst>
          <pc:docMk/>
          <pc:sldMk cId="2818620265" sldId="266"/>
        </pc:sldMkLst>
      </pc:sldChg>
      <pc:sldChg chg="modSp new mod">
        <pc:chgData name="Génesis A." userId="8fd8d0bf0e122fad" providerId="LiveId" clId="{F745821D-3DE3-427D-B0B2-3E66BBDF601D}" dt="2024-08-07T14:06:45.098" v="153" actId="20577"/>
        <pc:sldMkLst>
          <pc:docMk/>
          <pc:sldMk cId="4005159601" sldId="267"/>
        </pc:sldMkLst>
      </pc:sldChg>
      <pc:sldMasterChg chg="add del addSldLayout delSldLayout">
        <pc:chgData name="Génesis A." userId="8fd8d0bf0e122fad" providerId="LiveId" clId="{F745821D-3DE3-427D-B0B2-3E66BBDF601D}" dt="2024-08-07T11:21:25.532" v="55" actId="26606"/>
        <pc:sldMasterMkLst>
          <pc:docMk/>
          <pc:sldMasterMk cId="3061936191" sldId="2147483660"/>
        </pc:sldMasterMkLst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061936191" sldId="2147483660"/>
            <pc:sldLayoutMk cId="3756709747" sldId="2147483661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061936191" sldId="2147483660"/>
            <pc:sldLayoutMk cId="1481208095" sldId="2147483662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061936191" sldId="2147483660"/>
            <pc:sldLayoutMk cId="1257927340" sldId="2147483663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061936191" sldId="2147483660"/>
            <pc:sldLayoutMk cId="1471484553" sldId="2147483664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061936191" sldId="2147483660"/>
            <pc:sldLayoutMk cId="3606720957" sldId="2147483665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061936191" sldId="2147483660"/>
            <pc:sldLayoutMk cId="1268743464" sldId="2147483666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061936191" sldId="2147483660"/>
            <pc:sldLayoutMk cId="375743089" sldId="2147483667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061936191" sldId="2147483660"/>
            <pc:sldLayoutMk cId="2010700080" sldId="2147483668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061936191" sldId="2147483660"/>
            <pc:sldLayoutMk cId="3569334848" sldId="2147483669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061936191" sldId="2147483660"/>
            <pc:sldLayoutMk cId="3673014631" sldId="2147483670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061936191" sldId="2147483660"/>
            <pc:sldLayoutMk cId="154513190" sldId="2147483671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061936191" sldId="2147483660"/>
            <pc:sldLayoutMk cId="3981488503" sldId="2147483672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061936191" sldId="2147483660"/>
            <pc:sldLayoutMk cId="902616722" sldId="2147483673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061936191" sldId="2147483660"/>
            <pc:sldLayoutMk cId="704574363" sldId="2147483674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061936191" sldId="2147483660"/>
            <pc:sldLayoutMk cId="4182543724" sldId="2147483675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061936191" sldId="2147483660"/>
            <pc:sldLayoutMk cId="843659112" sldId="2147483676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061936191" sldId="2147483660"/>
            <pc:sldLayoutMk cId="3562569670" sldId="2147483677"/>
          </pc:sldLayoutMkLst>
        </pc:sldLayoutChg>
      </pc:sldMasterChg>
      <pc:sldMasterChg chg="add del addSldLayout delSldLayout">
        <pc:chgData name="Génesis A." userId="8fd8d0bf0e122fad" providerId="LiveId" clId="{F745821D-3DE3-427D-B0B2-3E66BBDF601D}" dt="2024-08-07T11:21:25.462" v="54" actId="26606"/>
        <pc:sldMasterMkLst>
          <pc:docMk/>
          <pc:sldMasterMk cId="3126949186" sldId="2147483685"/>
        </pc:sldMasterMkLst>
        <pc:sldLayoutChg chg="add del">
          <pc:chgData name="Génesis A." userId="8fd8d0bf0e122fad" providerId="LiveId" clId="{F745821D-3DE3-427D-B0B2-3E66BBDF601D}" dt="2024-08-07T11:21:25.462" v="54" actId="26606"/>
          <pc:sldLayoutMkLst>
            <pc:docMk/>
            <pc:sldMasterMk cId="3126949186" sldId="2147483685"/>
            <pc:sldLayoutMk cId="2233647068" sldId="2147483678"/>
          </pc:sldLayoutMkLst>
        </pc:sldLayoutChg>
        <pc:sldLayoutChg chg="add del">
          <pc:chgData name="Génesis A." userId="8fd8d0bf0e122fad" providerId="LiveId" clId="{F745821D-3DE3-427D-B0B2-3E66BBDF601D}" dt="2024-08-07T11:21:25.462" v="54" actId="26606"/>
          <pc:sldLayoutMkLst>
            <pc:docMk/>
            <pc:sldMasterMk cId="3126949186" sldId="2147483685"/>
            <pc:sldLayoutMk cId="1098786211" sldId="2147483679"/>
          </pc:sldLayoutMkLst>
        </pc:sldLayoutChg>
        <pc:sldLayoutChg chg="add del">
          <pc:chgData name="Génesis A." userId="8fd8d0bf0e122fad" providerId="LiveId" clId="{F745821D-3DE3-427D-B0B2-3E66BBDF601D}" dt="2024-08-07T11:21:25.462" v="54" actId="26606"/>
          <pc:sldLayoutMkLst>
            <pc:docMk/>
            <pc:sldMasterMk cId="3126949186" sldId="2147483685"/>
            <pc:sldLayoutMk cId="3288398803" sldId="2147483680"/>
          </pc:sldLayoutMkLst>
        </pc:sldLayoutChg>
        <pc:sldLayoutChg chg="add del">
          <pc:chgData name="Génesis A." userId="8fd8d0bf0e122fad" providerId="LiveId" clId="{F745821D-3DE3-427D-B0B2-3E66BBDF601D}" dt="2024-08-07T11:21:25.462" v="54" actId="26606"/>
          <pc:sldLayoutMkLst>
            <pc:docMk/>
            <pc:sldMasterMk cId="3126949186" sldId="2147483685"/>
            <pc:sldLayoutMk cId="845824878" sldId="2147483681"/>
          </pc:sldLayoutMkLst>
        </pc:sldLayoutChg>
        <pc:sldLayoutChg chg="add del">
          <pc:chgData name="Génesis A." userId="8fd8d0bf0e122fad" providerId="LiveId" clId="{F745821D-3DE3-427D-B0B2-3E66BBDF601D}" dt="2024-08-07T11:21:25.462" v="54" actId="26606"/>
          <pc:sldLayoutMkLst>
            <pc:docMk/>
            <pc:sldMasterMk cId="3126949186" sldId="2147483685"/>
            <pc:sldLayoutMk cId="2266301939" sldId="2147483682"/>
          </pc:sldLayoutMkLst>
        </pc:sldLayoutChg>
        <pc:sldLayoutChg chg="add del">
          <pc:chgData name="Génesis A." userId="8fd8d0bf0e122fad" providerId="LiveId" clId="{F745821D-3DE3-427D-B0B2-3E66BBDF601D}" dt="2024-08-07T11:21:25.462" v="54" actId="26606"/>
          <pc:sldLayoutMkLst>
            <pc:docMk/>
            <pc:sldMasterMk cId="3126949186" sldId="2147483685"/>
            <pc:sldLayoutMk cId="2901255948" sldId="2147483683"/>
          </pc:sldLayoutMkLst>
        </pc:sldLayoutChg>
        <pc:sldLayoutChg chg="add del">
          <pc:chgData name="Génesis A." userId="8fd8d0bf0e122fad" providerId="LiveId" clId="{F745821D-3DE3-427D-B0B2-3E66BBDF601D}" dt="2024-08-07T11:21:25.462" v="54" actId="26606"/>
          <pc:sldLayoutMkLst>
            <pc:docMk/>
            <pc:sldMasterMk cId="3126949186" sldId="2147483685"/>
            <pc:sldLayoutMk cId="1797042464" sldId="2147483684"/>
          </pc:sldLayoutMkLst>
        </pc:sldLayoutChg>
        <pc:sldLayoutChg chg="add del replId">
          <pc:chgData name="Génesis A." userId="8fd8d0bf0e122fad" providerId="LiveId" clId="{F745821D-3DE3-427D-B0B2-3E66BBDF601D}" dt="2024-08-07T11:21:25.462" v="54" actId="26606"/>
          <pc:sldLayoutMkLst>
            <pc:docMk/>
            <pc:sldMasterMk cId="3126949186" sldId="2147483685"/>
            <pc:sldLayoutMk cId="2182566466" sldId="2147483686"/>
          </pc:sldLayoutMkLst>
        </pc:sldLayoutChg>
        <pc:sldLayoutChg chg="add del replId">
          <pc:chgData name="Génesis A." userId="8fd8d0bf0e122fad" providerId="LiveId" clId="{F745821D-3DE3-427D-B0B2-3E66BBDF601D}" dt="2024-08-07T11:21:25.462" v="54" actId="26606"/>
          <pc:sldLayoutMkLst>
            <pc:docMk/>
            <pc:sldMasterMk cId="3126949186" sldId="2147483685"/>
            <pc:sldLayoutMk cId="1185584140" sldId="2147483687"/>
          </pc:sldLayoutMkLst>
        </pc:sldLayoutChg>
        <pc:sldLayoutChg chg="add del replId">
          <pc:chgData name="Génesis A." userId="8fd8d0bf0e122fad" providerId="LiveId" clId="{F745821D-3DE3-427D-B0B2-3E66BBDF601D}" dt="2024-08-07T11:21:25.462" v="54" actId="26606"/>
          <pc:sldLayoutMkLst>
            <pc:docMk/>
            <pc:sldMasterMk cId="3126949186" sldId="2147483685"/>
            <pc:sldLayoutMk cId="3730496010" sldId="2147483688"/>
          </pc:sldLayoutMkLst>
        </pc:sldLayoutChg>
        <pc:sldLayoutChg chg="add del replId">
          <pc:chgData name="Génesis A." userId="8fd8d0bf0e122fad" providerId="LiveId" clId="{F745821D-3DE3-427D-B0B2-3E66BBDF601D}" dt="2024-08-07T11:21:25.462" v="54" actId="26606"/>
          <pc:sldLayoutMkLst>
            <pc:docMk/>
            <pc:sldMasterMk cId="3126949186" sldId="2147483685"/>
            <pc:sldLayoutMk cId="2007794993" sldId="2147483689"/>
          </pc:sldLayoutMkLst>
        </pc:sldLayoutChg>
      </pc:sldMasterChg>
      <pc:sldMasterChg chg="add del addSldLayout delSldLayout">
        <pc:chgData name="Génesis A." userId="8fd8d0bf0e122fad" providerId="LiveId" clId="{F745821D-3DE3-427D-B0B2-3E66BBDF601D}" dt="2024-08-07T11:21:15.517" v="50" actId="26606"/>
        <pc:sldMasterMkLst>
          <pc:docMk/>
          <pc:sldMasterMk cId="2148590232" sldId="2147483698"/>
        </pc:sldMasterMkLst>
        <pc:sldLayoutChg chg="add del">
          <pc:chgData name="Génesis A." userId="8fd8d0bf0e122fad" providerId="LiveId" clId="{F745821D-3DE3-427D-B0B2-3E66BBDF601D}" dt="2024-08-07T11:21:15.517" v="50" actId="26606"/>
          <pc:sldLayoutMkLst>
            <pc:docMk/>
            <pc:sldMasterMk cId="2148590232" sldId="2147483698"/>
            <pc:sldLayoutMk cId="1694372029" sldId="2147483687"/>
          </pc:sldLayoutMkLst>
        </pc:sldLayoutChg>
        <pc:sldLayoutChg chg="add del">
          <pc:chgData name="Génesis A." userId="8fd8d0bf0e122fad" providerId="LiveId" clId="{F745821D-3DE3-427D-B0B2-3E66BBDF601D}" dt="2024-08-07T11:21:15.517" v="50" actId="26606"/>
          <pc:sldLayoutMkLst>
            <pc:docMk/>
            <pc:sldMasterMk cId="2148590232" sldId="2147483698"/>
            <pc:sldLayoutMk cId="862975122" sldId="2147483688"/>
          </pc:sldLayoutMkLst>
        </pc:sldLayoutChg>
        <pc:sldLayoutChg chg="add del">
          <pc:chgData name="Génesis A." userId="8fd8d0bf0e122fad" providerId="LiveId" clId="{F745821D-3DE3-427D-B0B2-3E66BBDF601D}" dt="2024-08-07T11:21:15.517" v="50" actId="26606"/>
          <pc:sldLayoutMkLst>
            <pc:docMk/>
            <pc:sldMasterMk cId="2148590232" sldId="2147483698"/>
            <pc:sldLayoutMk cId="2497955058" sldId="2147483689"/>
          </pc:sldLayoutMkLst>
        </pc:sldLayoutChg>
        <pc:sldLayoutChg chg="add del">
          <pc:chgData name="Génesis A." userId="8fd8d0bf0e122fad" providerId="LiveId" clId="{F745821D-3DE3-427D-B0B2-3E66BBDF601D}" dt="2024-08-07T11:21:15.517" v="50" actId="26606"/>
          <pc:sldLayoutMkLst>
            <pc:docMk/>
            <pc:sldMasterMk cId="2148590232" sldId="2147483698"/>
            <pc:sldLayoutMk cId="2523910871" sldId="2147483690"/>
          </pc:sldLayoutMkLst>
        </pc:sldLayoutChg>
        <pc:sldLayoutChg chg="add del">
          <pc:chgData name="Génesis A." userId="8fd8d0bf0e122fad" providerId="LiveId" clId="{F745821D-3DE3-427D-B0B2-3E66BBDF601D}" dt="2024-08-07T11:21:15.517" v="50" actId="26606"/>
          <pc:sldLayoutMkLst>
            <pc:docMk/>
            <pc:sldMasterMk cId="2148590232" sldId="2147483698"/>
            <pc:sldLayoutMk cId="142555896" sldId="2147483691"/>
          </pc:sldLayoutMkLst>
        </pc:sldLayoutChg>
        <pc:sldLayoutChg chg="add del">
          <pc:chgData name="Génesis A." userId="8fd8d0bf0e122fad" providerId="LiveId" clId="{F745821D-3DE3-427D-B0B2-3E66BBDF601D}" dt="2024-08-07T11:21:15.517" v="50" actId="26606"/>
          <pc:sldLayoutMkLst>
            <pc:docMk/>
            <pc:sldMasterMk cId="2148590232" sldId="2147483698"/>
            <pc:sldLayoutMk cId="1975225577" sldId="2147483692"/>
          </pc:sldLayoutMkLst>
        </pc:sldLayoutChg>
        <pc:sldLayoutChg chg="add del">
          <pc:chgData name="Génesis A." userId="8fd8d0bf0e122fad" providerId="LiveId" clId="{F745821D-3DE3-427D-B0B2-3E66BBDF601D}" dt="2024-08-07T11:21:15.517" v="50" actId="26606"/>
          <pc:sldLayoutMkLst>
            <pc:docMk/>
            <pc:sldMasterMk cId="2148590232" sldId="2147483698"/>
            <pc:sldLayoutMk cId="3470852388" sldId="2147483693"/>
          </pc:sldLayoutMkLst>
        </pc:sldLayoutChg>
        <pc:sldLayoutChg chg="add del">
          <pc:chgData name="Génesis A." userId="8fd8d0bf0e122fad" providerId="LiveId" clId="{F745821D-3DE3-427D-B0B2-3E66BBDF601D}" dt="2024-08-07T11:21:15.517" v="50" actId="26606"/>
          <pc:sldLayoutMkLst>
            <pc:docMk/>
            <pc:sldMasterMk cId="2148590232" sldId="2147483698"/>
            <pc:sldLayoutMk cId="3588894111" sldId="2147483694"/>
          </pc:sldLayoutMkLst>
        </pc:sldLayoutChg>
        <pc:sldLayoutChg chg="add del">
          <pc:chgData name="Génesis A." userId="8fd8d0bf0e122fad" providerId="LiveId" clId="{F745821D-3DE3-427D-B0B2-3E66BBDF601D}" dt="2024-08-07T11:21:15.517" v="50" actId="26606"/>
          <pc:sldLayoutMkLst>
            <pc:docMk/>
            <pc:sldMasterMk cId="2148590232" sldId="2147483698"/>
            <pc:sldLayoutMk cId="3002712852" sldId="2147483695"/>
          </pc:sldLayoutMkLst>
        </pc:sldLayoutChg>
        <pc:sldLayoutChg chg="add del">
          <pc:chgData name="Génesis A." userId="8fd8d0bf0e122fad" providerId="LiveId" clId="{F745821D-3DE3-427D-B0B2-3E66BBDF601D}" dt="2024-08-07T11:21:15.517" v="50" actId="26606"/>
          <pc:sldLayoutMkLst>
            <pc:docMk/>
            <pc:sldMasterMk cId="2148590232" sldId="2147483698"/>
            <pc:sldLayoutMk cId="3867177344" sldId="2147483696"/>
          </pc:sldLayoutMkLst>
        </pc:sldLayoutChg>
        <pc:sldLayoutChg chg="add del">
          <pc:chgData name="Génesis A." userId="8fd8d0bf0e122fad" providerId="LiveId" clId="{F745821D-3DE3-427D-B0B2-3E66BBDF601D}" dt="2024-08-07T11:21:15.517" v="50" actId="26606"/>
          <pc:sldLayoutMkLst>
            <pc:docMk/>
            <pc:sldMasterMk cId="2148590232" sldId="2147483698"/>
            <pc:sldLayoutMk cId="3808377780" sldId="2147483697"/>
          </pc:sldLayoutMkLst>
        </pc:sldLayoutChg>
      </pc:sldMasterChg>
      <pc:sldMasterChg chg="add del addSldLayout delSldLayout">
        <pc:chgData name="Génesis A." userId="8fd8d0bf0e122fad" providerId="LiveId" clId="{F745821D-3DE3-427D-B0B2-3E66BBDF601D}" dt="2024-08-07T11:20:52.875" v="46" actId="26606"/>
        <pc:sldMasterMkLst>
          <pc:docMk/>
          <pc:sldMasterMk cId="3008704249" sldId="2147483711"/>
        </pc:sldMasterMkLst>
        <pc:sldLayoutChg chg="add del">
          <pc:chgData name="Génesis A." userId="8fd8d0bf0e122fad" providerId="LiveId" clId="{F745821D-3DE3-427D-B0B2-3E66BBDF601D}" dt="2024-08-07T11:20:52.875" v="46" actId="26606"/>
          <pc:sldLayoutMkLst>
            <pc:docMk/>
            <pc:sldMasterMk cId="3008704249" sldId="2147483711"/>
            <pc:sldLayoutMk cId="2859516648" sldId="2147483700"/>
          </pc:sldLayoutMkLst>
        </pc:sldLayoutChg>
        <pc:sldLayoutChg chg="add del">
          <pc:chgData name="Génesis A." userId="8fd8d0bf0e122fad" providerId="LiveId" clId="{F745821D-3DE3-427D-B0B2-3E66BBDF601D}" dt="2024-08-07T11:20:52.875" v="46" actId="26606"/>
          <pc:sldLayoutMkLst>
            <pc:docMk/>
            <pc:sldMasterMk cId="3008704249" sldId="2147483711"/>
            <pc:sldLayoutMk cId="1424191628" sldId="2147483701"/>
          </pc:sldLayoutMkLst>
        </pc:sldLayoutChg>
        <pc:sldLayoutChg chg="add del">
          <pc:chgData name="Génesis A." userId="8fd8d0bf0e122fad" providerId="LiveId" clId="{F745821D-3DE3-427D-B0B2-3E66BBDF601D}" dt="2024-08-07T11:20:52.875" v="46" actId="26606"/>
          <pc:sldLayoutMkLst>
            <pc:docMk/>
            <pc:sldMasterMk cId="3008704249" sldId="2147483711"/>
            <pc:sldLayoutMk cId="3736204850" sldId="2147483702"/>
          </pc:sldLayoutMkLst>
        </pc:sldLayoutChg>
        <pc:sldLayoutChg chg="add del">
          <pc:chgData name="Génesis A." userId="8fd8d0bf0e122fad" providerId="LiveId" clId="{F745821D-3DE3-427D-B0B2-3E66BBDF601D}" dt="2024-08-07T11:20:52.875" v="46" actId="26606"/>
          <pc:sldLayoutMkLst>
            <pc:docMk/>
            <pc:sldMasterMk cId="3008704249" sldId="2147483711"/>
            <pc:sldLayoutMk cId="4280403577" sldId="2147483703"/>
          </pc:sldLayoutMkLst>
        </pc:sldLayoutChg>
        <pc:sldLayoutChg chg="add del">
          <pc:chgData name="Génesis A." userId="8fd8d0bf0e122fad" providerId="LiveId" clId="{F745821D-3DE3-427D-B0B2-3E66BBDF601D}" dt="2024-08-07T11:20:52.875" v="46" actId="26606"/>
          <pc:sldLayoutMkLst>
            <pc:docMk/>
            <pc:sldMasterMk cId="3008704249" sldId="2147483711"/>
            <pc:sldLayoutMk cId="3440429682" sldId="2147483704"/>
          </pc:sldLayoutMkLst>
        </pc:sldLayoutChg>
        <pc:sldLayoutChg chg="add del">
          <pc:chgData name="Génesis A." userId="8fd8d0bf0e122fad" providerId="LiveId" clId="{F745821D-3DE3-427D-B0B2-3E66BBDF601D}" dt="2024-08-07T11:20:52.875" v="46" actId="26606"/>
          <pc:sldLayoutMkLst>
            <pc:docMk/>
            <pc:sldMasterMk cId="3008704249" sldId="2147483711"/>
            <pc:sldLayoutMk cId="2466658137" sldId="2147483705"/>
          </pc:sldLayoutMkLst>
        </pc:sldLayoutChg>
        <pc:sldLayoutChg chg="add del">
          <pc:chgData name="Génesis A." userId="8fd8d0bf0e122fad" providerId="LiveId" clId="{F745821D-3DE3-427D-B0B2-3E66BBDF601D}" dt="2024-08-07T11:20:52.875" v="46" actId="26606"/>
          <pc:sldLayoutMkLst>
            <pc:docMk/>
            <pc:sldMasterMk cId="3008704249" sldId="2147483711"/>
            <pc:sldLayoutMk cId="2792341182" sldId="2147483706"/>
          </pc:sldLayoutMkLst>
        </pc:sldLayoutChg>
        <pc:sldLayoutChg chg="add del">
          <pc:chgData name="Génesis A." userId="8fd8d0bf0e122fad" providerId="LiveId" clId="{F745821D-3DE3-427D-B0B2-3E66BBDF601D}" dt="2024-08-07T11:20:52.875" v="46" actId="26606"/>
          <pc:sldLayoutMkLst>
            <pc:docMk/>
            <pc:sldMasterMk cId="3008704249" sldId="2147483711"/>
            <pc:sldLayoutMk cId="4143633665" sldId="2147483707"/>
          </pc:sldLayoutMkLst>
        </pc:sldLayoutChg>
        <pc:sldLayoutChg chg="add del">
          <pc:chgData name="Génesis A." userId="8fd8d0bf0e122fad" providerId="LiveId" clId="{F745821D-3DE3-427D-B0B2-3E66BBDF601D}" dt="2024-08-07T11:20:52.875" v="46" actId="26606"/>
          <pc:sldLayoutMkLst>
            <pc:docMk/>
            <pc:sldMasterMk cId="3008704249" sldId="2147483711"/>
            <pc:sldLayoutMk cId="884843808" sldId="2147483708"/>
          </pc:sldLayoutMkLst>
        </pc:sldLayoutChg>
        <pc:sldLayoutChg chg="add del">
          <pc:chgData name="Génesis A." userId="8fd8d0bf0e122fad" providerId="LiveId" clId="{F745821D-3DE3-427D-B0B2-3E66BBDF601D}" dt="2024-08-07T11:20:52.875" v="46" actId="26606"/>
          <pc:sldLayoutMkLst>
            <pc:docMk/>
            <pc:sldMasterMk cId="3008704249" sldId="2147483711"/>
            <pc:sldLayoutMk cId="4029943524" sldId="2147483709"/>
          </pc:sldLayoutMkLst>
        </pc:sldLayoutChg>
        <pc:sldLayoutChg chg="add del">
          <pc:chgData name="Génesis A." userId="8fd8d0bf0e122fad" providerId="LiveId" clId="{F745821D-3DE3-427D-B0B2-3E66BBDF601D}" dt="2024-08-07T11:20:52.875" v="46" actId="26606"/>
          <pc:sldLayoutMkLst>
            <pc:docMk/>
            <pc:sldMasterMk cId="3008704249" sldId="2147483711"/>
            <pc:sldLayoutMk cId="3101076472" sldId="2147483710"/>
          </pc:sldLayoutMkLst>
        </pc:sldLayoutChg>
      </pc:sldMasterChg>
      <pc:sldMasterChg chg="add del addSldLayout delSldLayout">
        <pc:chgData name="Génesis A." userId="8fd8d0bf0e122fad" providerId="LiveId" clId="{F745821D-3DE3-427D-B0B2-3E66BBDF601D}" dt="2024-08-07T11:21:25.532" v="55" actId="26606"/>
        <pc:sldMasterMkLst>
          <pc:docMk/>
          <pc:sldMasterMk cId="3492029017" sldId="2147483724"/>
        </pc:sldMasterMkLst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492029017" sldId="2147483724"/>
            <pc:sldLayoutMk cId="594110894" sldId="2147483713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492029017" sldId="2147483724"/>
            <pc:sldLayoutMk cId="3090283510" sldId="2147483714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492029017" sldId="2147483724"/>
            <pc:sldLayoutMk cId="2095044142" sldId="2147483715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492029017" sldId="2147483724"/>
            <pc:sldLayoutMk cId="2742198563" sldId="2147483716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492029017" sldId="2147483724"/>
            <pc:sldLayoutMk cId="3182582567" sldId="2147483717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492029017" sldId="2147483724"/>
            <pc:sldLayoutMk cId="1356472823" sldId="2147483718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492029017" sldId="2147483724"/>
            <pc:sldLayoutMk cId="2356409961" sldId="2147483719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492029017" sldId="2147483724"/>
            <pc:sldLayoutMk cId="3870650243" sldId="2147483720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492029017" sldId="2147483724"/>
            <pc:sldLayoutMk cId="1447043181" sldId="2147483721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492029017" sldId="2147483724"/>
            <pc:sldLayoutMk cId="1680728381" sldId="2147483722"/>
          </pc:sldLayoutMkLst>
        </pc:sldLayoutChg>
        <pc:sldLayoutChg chg="add del">
          <pc:chgData name="Génesis A." userId="8fd8d0bf0e122fad" providerId="LiveId" clId="{F745821D-3DE3-427D-B0B2-3E66BBDF601D}" dt="2024-08-07T11:21:25.532" v="55" actId="26606"/>
          <pc:sldLayoutMkLst>
            <pc:docMk/>
            <pc:sldMasterMk cId="3492029017" sldId="2147483724"/>
            <pc:sldLayoutMk cId="1920689558" sldId="2147483723"/>
          </pc:sldLayoutMkLst>
        </pc:sldLayoutChg>
      </pc:sldMasterChg>
    </pc:docChg>
  </pc:docChgLst>
  <pc:docChgLst>
    <pc:chgData name="Génesis A." userId="8fd8d0bf0e122fad" providerId="LiveId" clId="{0AC3CB56-8D30-499D-9C82-0C61C1C5F289}"/>
    <pc:docChg chg="undo custSel addSld delSld modSld">
      <pc:chgData name="Génesis A." userId="8fd8d0bf0e122fad" providerId="LiveId" clId="{0AC3CB56-8D30-499D-9C82-0C61C1C5F289}" dt="2024-08-12T02:56:58.730" v="1017" actId="123"/>
      <pc:docMkLst>
        <pc:docMk/>
      </pc:docMkLst>
      <pc:sldChg chg="addSp delSp modSp mod modClrScheme addAnim delDesignElem chgLayout">
        <pc:chgData name="Génesis A." userId="8fd8d0bf0e122fad" providerId="LiveId" clId="{0AC3CB56-8D30-499D-9C82-0C61C1C5F289}" dt="2024-08-12T00:56:55.328" v="929" actId="26606"/>
        <pc:sldMkLst>
          <pc:docMk/>
          <pc:sldMk cId="3326174235" sldId="256"/>
        </pc:sldMkLst>
      </pc:sldChg>
      <pc:sldChg chg="addSp delSp modSp mod setBg">
        <pc:chgData name="Génesis A." userId="8fd8d0bf0e122fad" providerId="LiveId" clId="{0AC3CB56-8D30-499D-9C82-0C61C1C5F289}" dt="2024-08-12T02:55:05.417" v="1006" actId="123"/>
        <pc:sldMkLst>
          <pc:docMk/>
          <pc:sldMk cId="2583357386" sldId="257"/>
        </pc:sldMkLst>
      </pc:sldChg>
      <pc:sldChg chg="del">
        <pc:chgData name="Génesis A." userId="8fd8d0bf0e122fad" providerId="LiveId" clId="{0AC3CB56-8D30-499D-9C82-0C61C1C5F289}" dt="2024-08-12T01:53:58.129" v="939" actId="2696"/>
        <pc:sldMkLst>
          <pc:docMk/>
          <pc:sldMk cId="1640873940" sldId="258"/>
        </pc:sldMkLst>
      </pc:sldChg>
      <pc:sldChg chg="addSp delSp modSp mod setBg">
        <pc:chgData name="Génesis A." userId="8fd8d0bf0e122fad" providerId="LiveId" clId="{0AC3CB56-8D30-499D-9C82-0C61C1C5F289}" dt="2024-08-12T02:55:15.160" v="1007" actId="123"/>
        <pc:sldMkLst>
          <pc:docMk/>
          <pc:sldMk cId="63748989" sldId="259"/>
        </pc:sldMkLst>
      </pc:sldChg>
      <pc:sldChg chg="addSp delSp modSp mod setBg">
        <pc:chgData name="Génesis A." userId="8fd8d0bf0e122fad" providerId="LiveId" clId="{0AC3CB56-8D30-499D-9C82-0C61C1C5F289}" dt="2024-08-12T01:57:09.506" v="949" actId="1076"/>
        <pc:sldMkLst>
          <pc:docMk/>
          <pc:sldMk cId="2284328563" sldId="260"/>
        </pc:sldMkLst>
      </pc:sldChg>
      <pc:sldChg chg="addSp delSp modSp del mod setBg modAnim">
        <pc:chgData name="Génesis A." userId="8fd8d0bf0e122fad" providerId="LiveId" clId="{0AC3CB56-8D30-499D-9C82-0C61C1C5F289}" dt="2024-08-12T02:17:19.990" v="982" actId="2696"/>
        <pc:sldMkLst>
          <pc:docMk/>
          <pc:sldMk cId="1703456497" sldId="261"/>
        </pc:sldMkLst>
      </pc:sldChg>
      <pc:sldChg chg="modSp del">
        <pc:chgData name="Génesis A." userId="8fd8d0bf0e122fad" providerId="LiveId" clId="{0AC3CB56-8D30-499D-9C82-0C61C1C5F289}" dt="2024-08-12T02:08:32.407" v="973" actId="2696"/>
        <pc:sldMkLst>
          <pc:docMk/>
          <pc:sldMk cId="2381836895" sldId="262"/>
        </pc:sldMkLst>
      </pc:sldChg>
      <pc:sldChg chg="del">
        <pc:chgData name="Génesis A." userId="8fd8d0bf0e122fad" providerId="LiveId" clId="{0AC3CB56-8D30-499D-9C82-0C61C1C5F289}" dt="2024-08-12T02:08:36.402" v="974" actId="2696"/>
        <pc:sldMkLst>
          <pc:docMk/>
          <pc:sldMk cId="1040548026" sldId="263"/>
        </pc:sldMkLst>
      </pc:sldChg>
      <pc:sldChg chg="addSp delSp modSp mod">
        <pc:chgData name="Génesis A." userId="8fd8d0bf0e122fad" providerId="LiveId" clId="{0AC3CB56-8D30-499D-9C82-0C61C1C5F289}" dt="2024-08-12T02:55:37.962" v="1010" actId="123"/>
        <pc:sldMkLst>
          <pc:docMk/>
          <pc:sldMk cId="2725181253" sldId="264"/>
        </pc:sldMkLst>
      </pc:sldChg>
      <pc:sldChg chg="addSp delSp modSp mod setBg">
        <pc:chgData name="Génesis A." userId="8fd8d0bf0e122fad" providerId="LiveId" clId="{0AC3CB56-8D30-499D-9C82-0C61C1C5F289}" dt="2024-08-12T02:56:00.729" v="1012" actId="123"/>
        <pc:sldMkLst>
          <pc:docMk/>
          <pc:sldMk cId="731537754" sldId="265"/>
        </pc:sldMkLst>
      </pc:sldChg>
      <pc:sldChg chg="addSp modSp mod setBg">
        <pc:chgData name="Génesis A." userId="8fd8d0bf0e122fad" providerId="LiveId" clId="{0AC3CB56-8D30-499D-9C82-0C61C1C5F289}" dt="2024-08-12T02:56:15.359" v="1013" actId="123"/>
        <pc:sldMkLst>
          <pc:docMk/>
          <pc:sldMk cId="2818620265" sldId="266"/>
        </pc:sldMkLst>
      </pc:sldChg>
      <pc:sldChg chg="del">
        <pc:chgData name="Génesis A." userId="8fd8d0bf0e122fad" providerId="LiveId" clId="{0AC3CB56-8D30-499D-9C82-0C61C1C5F289}" dt="2024-08-12T01:59:30.240" v="954" actId="47"/>
        <pc:sldMkLst>
          <pc:docMk/>
          <pc:sldMk cId="4005159601" sldId="267"/>
        </pc:sldMkLst>
      </pc:sldChg>
      <pc:sldChg chg="addSp delSp modSp new mod setBg">
        <pc:chgData name="Génesis A." userId="8fd8d0bf0e122fad" providerId="LiveId" clId="{0AC3CB56-8D30-499D-9C82-0C61C1C5F289}" dt="2024-08-12T01:59:05.634" v="953" actId="20577"/>
        <pc:sldMkLst>
          <pc:docMk/>
          <pc:sldMk cId="2449002793" sldId="268"/>
        </pc:sldMkLst>
      </pc:sldChg>
      <pc:sldChg chg="addSp modSp new mod">
        <pc:chgData name="Génesis A." userId="8fd8d0bf0e122fad" providerId="LiveId" clId="{0AC3CB56-8D30-499D-9C82-0C61C1C5F289}" dt="2024-08-12T02:56:58.730" v="1017" actId="123"/>
        <pc:sldMkLst>
          <pc:docMk/>
          <pc:sldMk cId="1424568409" sldId="269"/>
        </pc:sldMkLst>
      </pc:sldChg>
      <pc:sldChg chg="addSp modSp new mod">
        <pc:chgData name="Génesis A." userId="8fd8d0bf0e122fad" providerId="LiveId" clId="{0AC3CB56-8D30-499D-9C82-0C61C1C5F289}" dt="2024-08-12T02:56:54.599" v="1016" actId="1076"/>
        <pc:sldMkLst>
          <pc:docMk/>
          <pc:sldMk cId="4163452029" sldId="270"/>
        </pc:sldMkLst>
      </pc:sldChg>
      <pc:sldChg chg="addSp delSp modSp new mod setBg">
        <pc:chgData name="Génesis A." userId="8fd8d0bf0e122fad" providerId="LiveId" clId="{0AC3CB56-8D30-499D-9C82-0C61C1C5F289}" dt="2024-08-12T02:18:10.164" v="983" actId="26606"/>
        <pc:sldMkLst>
          <pc:docMk/>
          <pc:sldMk cId="2079935499" sldId="271"/>
        </pc:sldMkLst>
      </pc:sldChg>
      <pc:sldChg chg="new del">
        <pc:chgData name="Génesis A." userId="8fd8d0bf0e122fad" providerId="LiveId" clId="{0AC3CB56-8D30-499D-9C82-0C61C1C5F289}" dt="2024-08-12T02:17:14.727" v="981" actId="2696"/>
        <pc:sldMkLst>
          <pc:docMk/>
          <pc:sldMk cId="2591222131" sldId="272"/>
        </pc:sldMkLst>
      </pc:sldChg>
      <pc:sldChg chg="delSp add setBg delDesignElem">
        <pc:chgData name="Génesis A." userId="8fd8d0bf0e122fad" providerId="LiveId" clId="{0AC3CB56-8D30-499D-9C82-0C61C1C5F289}" dt="2024-08-12T02:14:19.302" v="979"/>
        <pc:sldMkLst>
          <pc:docMk/>
          <pc:sldMk cId="798277152" sldId="273"/>
        </pc:sldMkLst>
      </pc:sldChg>
    </pc:docChg>
  </pc:docChgLst>
  <pc:docChgLst>
    <pc:chgData name="Génesis A." userId="8fd8d0bf0e122fad" providerId="LiveId" clId="{F95ED1CC-E95B-4645-B8D3-866D821D7EB3}"/>
    <pc:docChg chg="modSld">
      <pc:chgData name="Génesis A." userId="8fd8d0bf0e122fad" providerId="LiveId" clId="{F95ED1CC-E95B-4645-B8D3-866D821D7EB3}" dt="2025-02-04T18:25:32.177" v="7" actId="20577"/>
      <pc:docMkLst>
        <pc:docMk/>
      </pc:docMkLst>
      <pc:sldChg chg="modSp">
        <pc:chgData name="Génesis A." userId="8fd8d0bf0e122fad" providerId="LiveId" clId="{F95ED1CC-E95B-4645-B8D3-866D821D7EB3}" dt="2025-02-04T18:25:32.177" v="7" actId="20577"/>
        <pc:sldMkLst>
          <pc:docMk/>
          <pc:sldMk cId="3326174235" sldId="256"/>
        </pc:sldMkLst>
        <pc:spChg chg="mod">
          <ac:chgData name="Génesis A." userId="8fd8d0bf0e122fad" providerId="LiveId" clId="{F95ED1CC-E95B-4645-B8D3-866D821D7EB3}" dt="2025-02-04T18:25:32.177" v="7" actId="20577"/>
          <ac:spMkLst>
            <pc:docMk/>
            <pc:sldMk cId="3326174235" sldId="256"/>
            <ac:spMk id="2" creationId="{A0513BAC-17AA-0988-934E-075CA1BCD9D5}"/>
          </ac:spMkLst>
        </pc:sp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B6C0A1-C6F6-43A2-81F5-20F6D8159075}" type="doc">
      <dgm:prSet loTypeId="urn:microsoft.com/office/officeart/2016/7/layout/LinearArrowProcessNumbered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5F47E40-7CC9-4939-9321-95F92928322C}">
      <dgm:prSet/>
      <dgm:spPr/>
      <dgm:t>
        <a:bodyPr/>
        <a:lstStyle/>
        <a:p>
          <a:r>
            <a:rPr lang="es-MX" b="1" dirty="0"/>
            <a:t>Sistema: </a:t>
          </a:r>
          <a:r>
            <a:rPr lang="es-MX" dirty="0"/>
            <a:t>Se trata de un conjunto de elementos que se interrelacionan para funcionar como un todo; desde el punto de vista de la simulación, tales elementos deben tener una frontera clara. Por ejemplo, podemos hablar del sistema de atención a clientes en un banco, del sistema de inventarios de una empresa, o del sistema de atención en la sala de emergencia de un hospital. </a:t>
          </a:r>
          <a:endParaRPr lang="en-US" dirty="0"/>
        </a:p>
      </dgm:t>
    </dgm:pt>
    <dgm:pt modelId="{DEFD2F46-0F15-484F-A037-072B13127717}" type="parTrans" cxnId="{8CA35103-DD2A-4C8B-B4C0-A8F35BB2FA2B}">
      <dgm:prSet/>
      <dgm:spPr/>
      <dgm:t>
        <a:bodyPr/>
        <a:lstStyle/>
        <a:p>
          <a:endParaRPr lang="en-US"/>
        </a:p>
      </dgm:t>
    </dgm:pt>
    <dgm:pt modelId="{4EAE0E81-E97E-434F-9C34-801AAFCE02C7}" type="sibTrans" cxnId="{8CA35103-DD2A-4C8B-B4C0-A8F35BB2FA2B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5B72D0FF-0A60-4DCD-A62C-11F378681EB4}">
      <dgm:prSet/>
      <dgm:spPr/>
      <dgm:t>
        <a:bodyPr/>
        <a:lstStyle/>
        <a:p>
          <a:r>
            <a:rPr lang="es-BO" b="1"/>
            <a:t>El estado del sistema: </a:t>
          </a:r>
          <a:r>
            <a:rPr lang="es-MX"/>
            <a:t>Es la condición que guarda el sistema bajo estudio en un momento de tiempo determinado</a:t>
          </a:r>
          <a:endParaRPr lang="en-US"/>
        </a:p>
      </dgm:t>
    </dgm:pt>
    <dgm:pt modelId="{8168EBE8-73CC-4C43-8704-F5D34D2AF466}" type="parTrans" cxnId="{6C1CB841-1198-473E-8A6C-8E13CCBE6397}">
      <dgm:prSet/>
      <dgm:spPr/>
      <dgm:t>
        <a:bodyPr/>
        <a:lstStyle/>
        <a:p>
          <a:endParaRPr lang="en-US"/>
        </a:p>
      </dgm:t>
    </dgm:pt>
    <dgm:pt modelId="{99B0BA00-C8EA-42C5-B819-540777AB1A0D}" type="sibTrans" cxnId="{6C1CB841-1198-473E-8A6C-8E13CCBE639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DD94FD21-B5D0-44CB-BB7F-BB3E428437C0}">
      <dgm:prSet/>
      <dgm:spPr/>
      <dgm:t>
        <a:bodyPr/>
        <a:lstStyle/>
        <a:p>
          <a:r>
            <a:rPr lang="es-MX" b="1"/>
            <a:t>Entidad:</a:t>
          </a:r>
          <a:r>
            <a:rPr lang="es-MX"/>
            <a:t> Objeto o componente del sistema (ej. Clientes que llegan a la caja de un banco, las piezas que llegan a un proceso, embarque de piezas que llegan a un inventario).</a:t>
          </a:r>
          <a:endParaRPr lang="en-US"/>
        </a:p>
      </dgm:t>
    </dgm:pt>
    <dgm:pt modelId="{BFD3AF7A-E025-4530-B37D-722AA0A6F21F}" type="parTrans" cxnId="{D6B8E41D-22AA-418D-A281-C561384007B9}">
      <dgm:prSet/>
      <dgm:spPr/>
      <dgm:t>
        <a:bodyPr/>
        <a:lstStyle/>
        <a:p>
          <a:endParaRPr lang="en-US"/>
        </a:p>
      </dgm:t>
    </dgm:pt>
    <dgm:pt modelId="{BDD3A183-AEE1-4E8F-8D27-734674616C52}" type="sibTrans" cxnId="{D6B8E41D-22AA-418D-A281-C561384007B9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0FE4A46-6BEF-490C-B7FA-2FAC9AAAB27D}">
      <dgm:prSet/>
      <dgm:spPr/>
      <dgm:t>
        <a:bodyPr/>
        <a:lstStyle/>
        <a:p>
          <a:r>
            <a:rPr lang="es-MX" b="1"/>
            <a:t>Atributo:</a:t>
          </a:r>
          <a:r>
            <a:rPr lang="es-MX"/>
            <a:t> Características o propiedades de una entidad (ej. Si la entidad es un motor, los atributos serán su color, peso, tamaño o cilindraje)</a:t>
          </a:r>
          <a:endParaRPr lang="en-US"/>
        </a:p>
      </dgm:t>
    </dgm:pt>
    <dgm:pt modelId="{60C23ABE-4993-4ED6-B741-CA3D40F0E8DF}" type="parTrans" cxnId="{E0D2FC8E-926E-4CEA-9EF3-321435B689D1}">
      <dgm:prSet/>
      <dgm:spPr/>
      <dgm:t>
        <a:bodyPr/>
        <a:lstStyle/>
        <a:p>
          <a:endParaRPr lang="en-US"/>
        </a:p>
      </dgm:t>
    </dgm:pt>
    <dgm:pt modelId="{8E240F3E-B901-4078-888C-3FDFBA027B8F}" type="sibTrans" cxnId="{E0D2FC8E-926E-4CEA-9EF3-321435B689D1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D85AD1FE-B343-42DE-9E10-D55428B44649}">
      <dgm:prSet/>
      <dgm:spPr/>
      <dgm:t>
        <a:bodyPr/>
        <a:lstStyle/>
        <a:p>
          <a:r>
            <a:rPr lang="es-MX" b="1"/>
            <a:t>Evento:</a:t>
          </a:r>
          <a:r>
            <a:rPr lang="es-MX"/>
            <a:t> Ocurrencia que cambia el estado del sistema (ej. Entrada o salida de una entidad, finalización de un proceso en un equipo, interrupción o reactivación de una operación, descompostura de una máquina, entre otros).</a:t>
          </a:r>
          <a:endParaRPr lang="en-US"/>
        </a:p>
      </dgm:t>
    </dgm:pt>
    <dgm:pt modelId="{2B3680DB-1EF6-46DE-93E0-261EC261CC55}" type="parTrans" cxnId="{37471E88-04AB-425D-8D60-3E627A5FFBCA}">
      <dgm:prSet/>
      <dgm:spPr/>
      <dgm:t>
        <a:bodyPr/>
        <a:lstStyle/>
        <a:p>
          <a:endParaRPr lang="en-US"/>
        </a:p>
      </dgm:t>
    </dgm:pt>
    <dgm:pt modelId="{C2463F6E-F95B-4A90-A6BE-A26F2703A9CF}" type="sibTrans" cxnId="{37471E88-04AB-425D-8D60-3E627A5FFBCA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76423B80-5C81-4E1C-BC8C-4A137D0A7600}" type="pres">
      <dgm:prSet presAssocID="{69B6C0A1-C6F6-43A2-81F5-20F6D8159075}" presName="linearFlow" presStyleCnt="0">
        <dgm:presLayoutVars>
          <dgm:dir/>
          <dgm:animLvl val="lvl"/>
          <dgm:resizeHandles val="exact"/>
        </dgm:presLayoutVars>
      </dgm:prSet>
      <dgm:spPr/>
    </dgm:pt>
    <dgm:pt modelId="{451709C6-18D2-42F2-9BCF-11F2B0556CFC}" type="pres">
      <dgm:prSet presAssocID="{95F47E40-7CC9-4939-9321-95F92928322C}" presName="compositeNode" presStyleCnt="0"/>
      <dgm:spPr/>
    </dgm:pt>
    <dgm:pt modelId="{AD8C1652-1BA4-4ABB-B5C4-99C264383278}" type="pres">
      <dgm:prSet presAssocID="{95F47E40-7CC9-4939-9321-95F92928322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1177EC8-DD3F-450D-8FDE-13372850A37B}" type="pres">
      <dgm:prSet presAssocID="{95F47E40-7CC9-4939-9321-95F92928322C}" presName="parSh" presStyleCnt="0"/>
      <dgm:spPr/>
    </dgm:pt>
    <dgm:pt modelId="{107F2842-5260-47AC-A7BB-9092D1CDF192}" type="pres">
      <dgm:prSet presAssocID="{95F47E40-7CC9-4939-9321-95F92928322C}" presName="lineNode" presStyleLbl="alignAccFollowNode1" presStyleIdx="0" presStyleCnt="15"/>
      <dgm:spPr/>
    </dgm:pt>
    <dgm:pt modelId="{063BBC7C-F5A3-4EC2-A38F-A330AFEFC97D}" type="pres">
      <dgm:prSet presAssocID="{95F47E40-7CC9-4939-9321-95F92928322C}" presName="lineArrowNode" presStyleLbl="alignAccFollowNode1" presStyleIdx="1" presStyleCnt="15"/>
      <dgm:spPr/>
    </dgm:pt>
    <dgm:pt modelId="{1D8AD384-38E3-4951-9F0F-AA7192472BD3}" type="pres">
      <dgm:prSet presAssocID="{4EAE0E81-E97E-434F-9C34-801AAFCE02C7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8E7AF30B-0C99-4703-8B16-038AF131742C}" type="pres">
      <dgm:prSet presAssocID="{4EAE0E81-E97E-434F-9C34-801AAFCE02C7}" presName="spacerBetweenCircleAndCallout" presStyleCnt="0">
        <dgm:presLayoutVars/>
      </dgm:prSet>
      <dgm:spPr/>
    </dgm:pt>
    <dgm:pt modelId="{02D045B0-55F1-42A2-98DB-6B44CBEF9FB2}" type="pres">
      <dgm:prSet presAssocID="{95F47E40-7CC9-4939-9321-95F92928322C}" presName="nodeText" presStyleLbl="alignAccFollowNode1" presStyleIdx="2" presStyleCnt="15">
        <dgm:presLayoutVars>
          <dgm:bulletEnabled val="1"/>
        </dgm:presLayoutVars>
      </dgm:prSet>
      <dgm:spPr/>
    </dgm:pt>
    <dgm:pt modelId="{5B365B20-A41B-4E05-B11B-BAEC4D1D0DA6}" type="pres">
      <dgm:prSet presAssocID="{4EAE0E81-E97E-434F-9C34-801AAFCE02C7}" presName="sibTransComposite" presStyleCnt="0"/>
      <dgm:spPr/>
    </dgm:pt>
    <dgm:pt modelId="{A3E83AC1-B7DC-45DE-8642-980A397C6767}" type="pres">
      <dgm:prSet presAssocID="{5B72D0FF-0A60-4DCD-A62C-11F378681EB4}" presName="compositeNode" presStyleCnt="0"/>
      <dgm:spPr/>
    </dgm:pt>
    <dgm:pt modelId="{DBA46B0E-5C09-4A71-9F08-A3A468852A1A}" type="pres">
      <dgm:prSet presAssocID="{5B72D0FF-0A60-4DCD-A62C-11F378681EB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5BACB88-073D-4E30-B2D9-D5BF8EE0EAD8}" type="pres">
      <dgm:prSet presAssocID="{5B72D0FF-0A60-4DCD-A62C-11F378681EB4}" presName="parSh" presStyleCnt="0"/>
      <dgm:spPr/>
    </dgm:pt>
    <dgm:pt modelId="{56380BEF-676D-4F3C-9336-CCD45B99203C}" type="pres">
      <dgm:prSet presAssocID="{5B72D0FF-0A60-4DCD-A62C-11F378681EB4}" presName="lineNode" presStyleLbl="alignAccFollowNode1" presStyleIdx="3" presStyleCnt="15"/>
      <dgm:spPr/>
    </dgm:pt>
    <dgm:pt modelId="{76228D89-DAB5-401A-982C-1E79B3E82EB0}" type="pres">
      <dgm:prSet presAssocID="{5B72D0FF-0A60-4DCD-A62C-11F378681EB4}" presName="lineArrowNode" presStyleLbl="alignAccFollowNode1" presStyleIdx="4" presStyleCnt="15"/>
      <dgm:spPr/>
    </dgm:pt>
    <dgm:pt modelId="{19C866E8-DFA3-4029-A338-E3AA4ED254E3}" type="pres">
      <dgm:prSet presAssocID="{99B0BA00-C8EA-42C5-B819-540777AB1A0D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09F2D519-AEE7-479E-BFFC-9F9327D0460B}" type="pres">
      <dgm:prSet presAssocID="{99B0BA00-C8EA-42C5-B819-540777AB1A0D}" presName="spacerBetweenCircleAndCallout" presStyleCnt="0">
        <dgm:presLayoutVars/>
      </dgm:prSet>
      <dgm:spPr/>
    </dgm:pt>
    <dgm:pt modelId="{FE533313-862B-4863-911D-62384FEBAA73}" type="pres">
      <dgm:prSet presAssocID="{5B72D0FF-0A60-4DCD-A62C-11F378681EB4}" presName="nodeText" presStyleLbl="alignAccFollowNode1" presStyleIdx="5" presStyleCnt="15">
        <dgm:presLayoutVars>
          <dgm:bulletEnabled val="1"/>
        </dgm:presLayoutVars>
      </dgm:prSet>
      <dgm:spPr/>
    </dgm:pt>
    <dgm:pt modelId="{9314F3DF-4D2C-4E87-B833-023AF584C59B}" type="pres">
      <dgm:prSet presAssocID="{99B0BA00-C8EA-42C5-B819-540777AB1A0D}" presName="sibTransComposite" presStyleCnt="0"/>
      <dgm:spPr/>
    </dgm:pt>
    <dgm:pt modelId="{660572D4-9B2F-4A17-BCA7-03221CE5AB2A}" type="pres">
      <dgm:prSet presAssocID="{DD94FD21-B5D0-44CB-BB7F-BB3E428437C0}" presName="compositeNode" presStyleCnt="0"/>
      <dgm:spPr/>
    </dgm:pt>
    <dgm:pt modelId="{7CF1EC34-D082-4CA6-AE1A-652ADC4A8F54}" type="pres">
      <dgm:prSet presAssocID="{DD94FD21-B5D0-44CB-BB7F-BB3E428437C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21E2166-D725-4CD4-B71C-07D0E62395C1}" type="pres">
      <dgm:prSet presAssocID="{DD94FD21-B5D0-44CB-BB7F-BB3E428437C0}" presName="parSh" presStyleCnt="0"/>
      <dgm:spPr/>
    </dgm:pt>
    <dgm:pt modelId="{066833CC-D735-4843-8697-B57A8BE99149}" type="pres">
      <dgm:prSet presAssocID="{DD94FD21-B5D0-44CB-BB7F-BB3E428437C0}" presName="lineNode" presStyleLbl="alignAccFollowNode1" presStyleIdx="6" presStyleCnt="15"/>
      <dgm:spPr/>
    </dgm:pt>
    <dgm:pt modelId="{4E61FC4F-809C-4CF4-9DA9-241DAA97942F}" type="pres">
      <dgm:prSet presAssocID="{DD94FD21-B5D0-44CB-BB7F-BB3E428437C0}" presName="lineArrowNode" presStyleLbl="alignAccFollowNode1" presStyleIdx="7" presStyleCnt="15"/>
      <dgm:spPr/>
    </dgm:pt>
    <dgm:pt modelId="{18F540A8-2B39-4988-B3F0-429E3D273D31}" type="pres">
      <dgm:prSet presAssocID="{BDD3A183-AEE1-4E8F-8D27-734674616C52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4BB26143-C228-4C1D-8DD3-D8330BC7A84A}" type="pres">
      <dgm:prSet presAssocID="{BDD3A183-AEE1-4E8F-8D27-734674616C52}" presName="spacerBetweenCircleAndCallout" presStyleCnt="0">
        <dgm:presLayoutVars/>
      </dgm:prSet>
      <dgm:spPr/>
    </dgm:pt>
    <dgm:pt modelId="{790E9E4C-51CA-4873-95FF-BFA28236B6B2}" type="pres">
      <dgm:prSet presAssocID="{DD94FD21-B5D0-44CB-BB7F-BB3E428437C0}" presName="nodeText" presStyleLbl="alignAccFollowNode1" presStyleIdx="8" presStyleCnt="15">
        <dgm:presLayoutVars>
          <dgm:bulletEnabled val="1"/>
        </dgm:presLayoutVars>
      </dgm:prSet>
      <dgm:spPr/>
    </dgm:pt>
    <dgm:pt modelId="{A81FE90C-CB58-425F-BB5E-4DD8CD25F4DB}" type="pres">
      <dgm:prSet presAssocID="{BDD3A183-AEE1-4E8F-8D27-734674616C52}" presName="sibTransComposite" presStyleCnt="0"/>
      <dgm:spPr/>
    </dgm:pt>
    <dgm:pt modelId="{316D2998-19BE-4D03-82BA-97932B5B6A81}" type="pres">
      <dgm:prSet presAssocID="{A0FE4A46-6BEF-490C-B7FA-2FAC9AAAB27D}" presName="compositeNode" presStyleCnt="0"/>
      <dgm:spPr/>
    </dgm:pt>
    <dgm:pt modelId="{1318F137-C666-4CBD-833C-67E103DF1A4D}" type="pres">
      <dgm:prSet presAssocID="{A0FE4A46-6BEF-490C-B7FA-2FAC9AAAB27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8A1F7D4-E877-4D69-B415-653B74196B63}" type="pres">
      <dgm:prSet presAssocID="{A0FE4A46-6BEF-490C-B7FA-2FAC9AAAB27D}" presName="parSh" presStyleCnt="0"/>
      <dgm:spPr/>
    </dgm:pt>
    <dgm:pt modelId="{524A4528-39E5-449E-ACD2-410DA1E0B2FA}" type="pres">
      <dgm:prSet presAssocID="{A0FE4A46-6BEF-490C-B7FA-2FAC9AAAB27D}" presName="lineNode" presStyleLbl="alignAccFollowNode1" presStyleIdx="9" presStyleCnt="15"/>
      <dgm:spPr/>
    </dgm:pt>
    <dgm:pt modelId="{E2239BB8-596F-460C-865F-42CA335A1269}" type="pres">
      <dgm:prSet presAssocID="{A0FE4A46-6BEF-490C-B7FA-2FAC9AAAB27D}" presName="lineArrowNode" presStyleLbl="alignAccFollowNode1" presStyleIdx="10" presStyleCnt="15"/>
      <dgm:spPr/>
    </dgm:pt>
    <dgm:pt modelId="{37DA2D41-1786-4EFD-822F-066809F16315}" type="pres">
      <dgm:prSet presAssocID="{8E240F3E-B901-4078-888C-3FDFBA027B8F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6EA68F96-8476-4410-8308-4C10E1175B23}" type="pres">
      <dgm:prSet presAssocID="{8E240F3E-B901-4078-888C-3FDFBA027B8F}" presName="spacerBetweenCircleAndCallout" presStyleCnt="0">
        <dgm:presLayoutVars/>
      </dgm:prSet>
      <dgm:spPr/>
    </dgm:pt>
    <dgm:pt modelId="{42C744DB-0865-45A4-B51F-8E71953AAAAF}" type="pres">
      <dgm:prSet presAssocID="{A0FE4A46-6BEF-490C-B7FA-2FAC9AAAB27D}" presName="nodeText" presStyleLbl="alignAccFollowNode1" presStyleIdx="11" presStyleCnt="15">
        <dgm:presLayoutVars>
          <dgm:bulletEnabled val="1"/>
        </dgm:presLayoutVars>
      </dgm:prSet>
      <dgm:spPr/>
    </dgm:pt>
    <dgm:pt modelId="{11C1B22C-A0FD-485F-B476-80C730ADF616}" type="pres">
      <dgm:prSet presAssocID="{8E240F3E-B901-4078-888C-3FDFBA027B8F}" presName="sibTransComposite" presStyleCnt="0"/>
      <dgm:spPr/>
    </dgm:pt>
    <dgm:pt modelId="{8CC9EA53-C69C-4A76-9B74-F24D49A3D54D}" type="pres">
      <dgm:prSet presAssocID="{D85AD1FE-B343-42DE-9E10-D55428B44649}" presName="compositeNode" presStyleCnt="0"/>
      <dgm:spPr/>
    </dgm:pt>
    <dgm:pt modelId="{5663C02F-3E09-42EC-A0C7-5CC18333FD1D}" type="pres">
      <dgm:prSet presAssocID="{D85AD1FE-B343-42DE-9E10-D55428B4464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CD98551-3E2E-4162-8DDE-2E44C187DC1C}" type="pres">
      <dgm:prSet presAssocID="{D85AD1FE-B343-42DE-9E10-D55428B44649}" presName="parSh" presStyleCnt="0"/>
      <dgm:spPr/>
    </dgm:pt>
    <dgm:pt modelId="{CB8C61E6-E222-497C-9566-1E0C9894C74B}" type="pres">
      <dgm:prSet presAssocID="{D85AD1FE-B343-42DE-9E10-D55428B44649}" presName="lineNode" presStyleLbl="alignAccFollowNode1" presStyleIdx="12" presStyleCnt="15"/>
      <dgm:spPr/>
    </dgm:pt>
    <dgm:pt modelId="{C4E52CC4-466E-44FD-9F37-721A16570F66}" type="pres">
      <dgm:prSet presAssocID="{D85AD1FE-B343-42DE-9E10-D55428B44649}" presName="lineArrowNode" presStyleLbl="alignAccFollowNode1" presStyleIdx="13" presStyleCnt="15"/>
      <dgm:spPr/>
    </dgm:pt>
    <dgm:pt modelId="{ACD442A8-55EB-43E0-91EB-66807A1B34FB}" type="pres">
      <dgm:prSet presAssocID="{C2463F6E-F95B-4A90-A6BE-A26F2703A9CF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0FAA373A-10ED-45DE-92FB-7F2733F1EDC2}" type="pres">
      <dgm:prSet presAssocID="{C2463F6E-F95B-4A90-A6BE-A26F2703A9CF}" presName="spacerBetweenCircleAndCallout" presStyleCnt="0">
        <dgm:presLayoutVars/>
      </dgm:prSet>
      <dgm:spPr/>
    </dgm:pt>
    <dgm:pt modelId="{CA4B3216-0A54-4D8D-B960-CE5B0A056D2F}" type="pres">
      <dgm:prSet presAssocID="{D85AD1FE-B343-42DE-9E10-D55428B44649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8CA35103-DD2A-4C8B-B4C0-A8F35BB2FA2B}" srcId="{69B6C0A1-C6F6-43A2-81F5-20F6D8159075}" destId="{95F47E40-7CC9-4939-9321-95F92928322C}" srcOrd="0" destOrd="0" parTransId="{DEFD2F46-0F15-484F-A037-072B13127717}" sibTransId="{4EAE0E81-E97E-434F-9C34-801AAFCE02C7}"/>
    <dgm:cxn modelId="{28815D06-6673-4624-A30C-D9886D940C15}" type="presOf" srcId="{4EAE0E81-E97E-434F-9C34-801AAFCE02C7}" destId="{1D8AD384-38E3-4951-9F0F-AA7192472BD3}" srcOrd="0" destOrd="0" presId="urn:microsoft.com/office/officeart/2016/7/layout/LinearArrowProcessNumbered"/>
    <dgm:cxn modelId="{3560330B-4736-4FE1-8E9D-D173BE935BC7}" type="presOf" srcId="{D85AD1FE-B343-42DE-9E10-D55428B44649}" destId="{CA4B3216-0A54-4D8D-B960-CE5B0A056D2F}" srcOrd="0" destOrd="0" presId="urn:microsoft.com/office/officeart/2016/7/layout/LinearArrowProcessNumbered"/>
    <dgm:cxn modelId="{91DB2E1A-A9F6-4B15-B362-72B407CECF21}" type="presOf" srcId="{C2463F6E-F95B-4A90-A6BE-A26F2703A9CF}" destId="{ACD442A8-55EB-43E0-91EB-66807A1B34FB}" srcOrd="0" destOrd="0" presId="urn:microsoft.com/office/officeart/2016/7/layout/LinearArrowProcessNumbered"/>
    <dgm:cxn modelId="{D6B8E41D-22AA-418D-A281-C561384007B9}" srcId="{69B6C0A1-C6F6-43A2-81F5-20F6D8159075}" destId="{DD94FD21-B5D0-44CB-BB7F-BB3E428437C0}" srcOrd="2" destOrd="0" parTransId="{BFD3AF7A-E025-4530-B37D-722AA0A6F21F}" sibTransId="{BDD3A183-AEE1-4E8F-8D27-734674616C52}"/>
    <dgm:cxn modelId="{6C1CB841-1198-473E-8A6C-8E13CCBE6397}" srcId="{69B6C0A1-C6F6-43A2-81F5-20F6D8159075}" destId="{5B72D0FF-0A60-4DCD-A62C-11F378681EB4}" srcOrd="1" destOrd="0" parTransId="{8168EBE8-73CC-4C43-8704-F5D34D2AF466}" sibTransId="{99B0BA00-C8EA-42C5-B819-540777AB1A0D}"/>
    <dgm:cxn modelId="{C2FBDD54-334F-417B-A40A-319228F6F034}" type="presOf" srcId="{BDD3A183-AEE1-4E8F-8D27-734674616C52}" destId="{18F540A8-2B39-4988-B3F0-429E3D273D31}" srcOrd="0" destOrd="0" presId="urn:microsoft.com/office/officeart/2016/7/layout/LinearArrowProcessNumbered"/>
    <dgm:cxn modelId="{4D7C1075-6026-413E-83EA-9DCBD01E81AF}" type="presOf" srcId="{99B0BA00-C8EA-42C5-B819-540777AB1A0D}" destId="{19C866E8-DFA3-4029-A338-E3AA4ED254E3}" srcOrd="0" destOrd="0" presId="urn:microsoft.com/office/officeart/2016/7/layout/LinearArrowProcessNumbered"/>
    <dgm:cxn modelId="{6A2F1E57-DDC2-4CF2-B0EC-A915E686D7C7}" type="presOf" srcId="{5B72D0FF-0A60-4DCD-A62C-11F378681EB4}" destId="{FE533313-862B-4863-911D-62384FEBAA73}" srcOrd="0" destOrd="0" presId="urn:microsoft.com/office/officeart/2016/7/layout/LinearArrowProcessNumbered"/>
    <dgm:cxn modelId="{BA4FA079-FBCB-4FC9-9B68-2A8CF175B362}" type="presOf" srcId="{95F47E40-7CC9-4939-9321-95F92928322C}" destId="{02D045B0-55F1-42A2-98DB-6B44CBEF9FB2}" srcOrd="0" destOrd="0" presId="urn:microsoft.com/office/officeart/2016/7/layout/LinearArrowProcessNumbered"/>
    <dgm:cxn modelId="{37471E88-04AB-425D-8D60-3E627A5FFBCA}" srcId="{69B6C0A1-C6F6-43A2-81F5-20F6D8159075}" destId="{D85AD1FE-B343-42DE-9E10-D55428B44649}" srcOrd="4" destOrd="0" parTransId="{2B3680DB-1EF6-46DE-93E0-261EC261CC55}" sibTransId="{C2463F6E-F95B-4A90-A6BE-A26F2703A9CF}"/>
    <dgm:cxn modelId="{E0D2FC8E-926E-4CEA-9EF3-321435B689D1}" srcId="{69B6C0A1-C6F6-43A2-81F5-20F6D8159075}" destId="{A0FE4A46-6BEF-490C-B7FA-2FAC9AAAB27D}" srcOrd="3" destOrd="0" parTransId="{60C23ABE-4993-4ED6-B741-CA3D40F0E8DF}" sibTransId="{8E240F3E-B901-4078-888C-3FDFBA027B8F}"/>
    <dgm:cxn modelId="{8699FA9A-1C76-4AFD-8991-D83C28F5ECE0}" type="presOf" srcId="{8E240F3E-B901-4078-888C-3FDFBA027B8F}" destId="{37DA2D41-1786-4EFD-822F-066809F16315}" srcOrd="0" destOrd="0" presId="urn:microsoft.com/office/officeart/2016/7/layout/LinearArrowProcessNumbered"/>
    <dgm:cxn modelId="{1277C4B7-D23B-4BA4-9D9A-EA434444CD4C}" type="presOf" srcId="{A0FE4A46-6BEF-490C-B7FA-2FAC9AAAB27D}" destId="{42C744DB-0865-45A4-B51F-8E71953AAAAF}" srcOrd="0" destOrd="0" presId="urn:microsoft.com/office/officeart/2016/7/layout/LinearArrowProcessNumbered"/>
    <dgm:cxn modelId="{B07538CC-51C6-49A9-BBF1-6F8D5052FB0D}" type="presOf" srcId="{DD94FD21-B5D0-44CB-BB7F-BB3E428437C0}" destId="{790E9E4C-51CA-4873-95FF-BFA28236B6B2}" srcOrd="0" destOrd="0" presId="urn:microsoft.com/office/officeart/2016/7/layout/LinearArrowProcessNumbered"/>
    <dgm:cxn modelId="{1241FADF-E153-48EE-9F2D-9C9B7B206FBF}" type="presOf" srcId="{69B6C0A1-C6F6-43A2-81F5-20F6D8159075}" destId="{76423B80-5C81-4E1C-BC8C-4A137D0A7600}" srcOrd="0" destOrd="0" presId="urn:microsoft.com/office/officeart/2016/7/layout/LinearArrowProcessNumbered"/>
    <dgm:cxn modelId="{AC7B9BD1-4F5B-4BF2-9836-4BF896783D4E}" type="presParOf" srcId="{76423B80-5C81-4E1C-BC8C-4A137D0A7600}" destId="{451709C6-18D2-42F2-9BCF-11F2B0556CFC}" srcOrd="0" destOrd="0" presId="urn:microsoft.com/office/officeart/2016/7/layout/LinearArrowProcessNumbered"/>
    <dgm:cxn modelId="{C9853C76-CDB7-41BE-BDB6-3099187B1294}" type="presParOf" srcId="{451709C6-18D2-42F2-9BCF-11F2B0556CFC}" destId="{AD8C1652-1BA4-4ABB-B5C4-99C264383278}" srcOrd="0" destOrd="0" presId="urn:microsoft.com/office/officeart/2016/7/layout/LinearArrowProcessNumbered"/>
    <dgm:cxn modelId="{BAF93A43-878F-438A-A38A-2565054ED98A}" type="presParOf" srcId="{451709C6-18D2-42F2-9BCF-11F2B0556CFC}" destId="{B1177EC8-DD3F-450D-8FDE-13372850A37B}" srcOrd="1" destOrd="0" presId="urn:microsoft.com/office/officeart/2016/7/layout/LinearArrowProcessNumbered"/>
    <dgm:cxn modelId="{B5007BD9-B93E-4074-9DF3-C004EACA6BF4}" type="presParOf" srcId="{B1177EC8-DD3F-450D-8FDE-13372850A37B}" destId="{107F2842-5260-47AC-A7BB-9092D1CDF192}" srcOrd="0" destOrd="0" presId="urn:microsoft.com/office/officeart/2016/7/layout/LinearArrowProcessNumbered"/>
    <dgm:cxn modelId="{5422672A-2E5D-4F27-9C5B-6FE1DFE702A8}" type="presParOf" srcId="{B1177EC8-DD3F-450D-8FDE-13372850A37B}" destId="{063BBC7C-F5A3-4EC2-A38F-A330AFEFC97D}" srcOrd="1" destOrd="0" presId="urn:microsoft.com/office/officeart/2016/7/layout/LinearArrowProcessNumbered"/>
    <dgm:cxn modelId="{23F291A3-7BE3-4B5F-83F6-70416CAF6A6E}" type="presParOf" srcId="{B1177EC8-DD3F-450D-8FDE-13372850A37B}" destId="{1D8AD384-38E3-4951-9F0F-AA7192472BD3}" srcOrd="2" destOrd="0" presId="urn:microsoft.com/office/officeart/2016/7/layout/LinearArrowProcessNumbered"/>
    <dgm:cxn modelId="{F1CA5B0B-39C1-4F2B-91D0-D1C7DD01528E}" type="presParOf" srcId="{B1177EC8-DD3F-450D-8FDE-13372850A37B}" destId="{8E7AF30B-0C99-4703-8B16-038AF131742C}" srcOrd="3" destOrd="0" presId="urn:microsoft.com/office/officeart/2016/7/layout/LinearArrowProcessNumbered"/>
    <dgm:cxn modelId="{5485420B-6C51-406E-A2A1-BAC02FD35904}" type="presParOf" srcId="{451709C6-18D2-42F2-9BCF-11F2B0556CFC}" destId="{02D045B0-55F1-42A2-98DB-6B44CBEF9FB2}" srcOrd="2" destOrd="0" presId="urn:microsoft.com/office/officeart/2016/7/layout/LinearArrowProcessNumbered"/>
    <dgm:cxn modelId="{9BA0239F-325E-4C53-A969-46AA991BE531}" type="presParOf" srcId="{76423B80-5C81-4E1C-BC8C-4A137D0A7600}" destId="{5B365B20-A41B-4E05-B11B-BAEC4D1D0DA6}" srcOrd="1" destOrd="0" presId="urn:microsoft.com/office/officeart/2016/7/layout/LinearArrowProcessNumbered"/>
    <dgm:cxn modelId="{2BB4F659-89FB-4E2F-B403-BA3A75DEC6C8}" type="presParOf" srcId="{76423B80-5C81-4E1C-BC8C-4A137D0A7600}" destId="{A3E83AC1-B7DC-45DE-8642-980A397C6767}" srcOrd="2" destOrd="0" presId="urn:microsoft.com/office/officeart/2016/7/layout/LinearArrowProcessNumbered"/>
    <dgm:cxn modelId="{997232FC-C219-4BFB-9DD7-E177B9F024C1}" type="presParOf" srcId="{A3E83AC1-B7DC-45DE-8642-980A397C6767}" destId="{DBA46B0E-5C09-4A71-9F08-A3A468852A1A}" srcOrd="0" destOrd="0" presId="urn:microsoft.com/office/officeart/2016/7/layout/LinearArrowProcessNumbered"/>
    <dgm:cxn modelId="{17E731DE-B658-4A99-980E-BD6803D63909}" type="presParOf" srcId="{A3E83AC1-B7DC-45DE-8642-980A397C6767}" destId="{95BACB88-073D-4E30-B2D9-D5BF8EE0EAD8}" srcOrd="1" destOrd="0" presId="urn:microsoft.com/office/officeart/2016/7/layout/LinearArrowProcessNumbered"/>
    <dgm:cxn modelId="{62B22777-F434-4DDC-AA23-356321C75088}" type="presParOf" srcId="{95BACB88-073D-4E30-B2D9-D5BF8EE0EAD8}" destId="{56380BEF-676D-4F3C-9336-CCD45B99203C}" srcOrd="0" destOrd="0" presId="urn:microsoft.com/office/officeart/2016/7/layout/LinearArrowProcessNumbered"/>
    <dgm:cxn modelId="{3991DD96-34B5-44EA-9DAC-8DC1B8A4C38F}" type="presParOf" srcId="{95BACB88-073D-4E30-B2D9-D5BF8EE0EAD8}" destId="{76228D89-DAB5-401A-982C-1E79B3E82EB0}" srcOrd="1" destOrd="0" presId="urn:microsoft.com/office/officeart/2016/7/layout/LinearArrowProcessNumbered"/>
    <dgm:cxn modelId="{C7D78131-3A64-4FA0-BA9C-8FE432A4772B}" type="presParOf" srcId="{95BACB88-073D-4E30-B2D9-D5BF8EE0EAD8}" destId="{19C866E8-DFA3-4029-A338-E3AA4ED254E3}" srcOrd="2" destOrd="0" presId="urn:microsoft.com/office/officeart/2016/7/layout/LinearArrowProcessNumbered"/>
    <dgm:cxn modelId="{8A5F095A-EDB7-4E71-9115-0247F1B31649}" type="presParOf" srcId="{95BACB88-073D-4E30-B2D9-D5BF8EE0EAD8}" destId="{09F2D519-AEE7-479E-BFFC-9F9327D0460B}" srcOrd="3" destOrd="0" presId="urn:microsoft.com/office/officeart/2016/7/layout/LinearArrowProcessNumbered"/>
    <dgm:cxn modelId="{B7156D81-8DD3-4F3A-A914-2BAA263F9555}" type="presParOf" srcId="{A3E83AC1-B7DC-45DE-8642-980A397C6767}" destId="{FE533313-862B-4863-911D-62384FEBAA73}" srcOrd="2" destOrd="0" presId="urn:microsoft.com/office/officeart/2016/7/layout/LinearArrowProcessNumbered"/>
    <dgm:cxn modelId="{79EF5E4C-1043-4F95-ADB9-ACBB37ADCDDF}" type="presParOf" srcId="{76423B80-5C81-4E1C-BC8C-4A137D0A7600}" destId="{9314F3DF-4D2C-4E87-B833-023AF584C59B}" srcOrd="3" destOrd="0" presId="urn:microsoft.com/office/officeart/2016/7/layout/LinearArrowProcessNumbered"/>
    <dgm:cxn modelId="{753CA5E5-2073-42AA-BF93-C80FC0C95ADD}" type="presParOf" srcId="{76423B80-5C81-4E1C-BC8C-4A137D0A7600}" destId="{660572D4-9B2F-4A17-BCA7-03221CE5AB2A}" srcOrd="4" destOrd="0" presId="urn:microsoft.com/office/officeart/2016/7/layout/LinearArrowProcessNumbered"/>
    <dgm:cxn modelId="{C880B813-1A7D-4E95-A011-60422C8B89F0}" type="presParOf" srcId="{660572D4-9B2F-4A17-BCA7-03221CE5AB2A}" destId="{7CF1EC34-D082-4CA6-AE1A-652ADC4A8F54}" srcOrd="0" destOrd="0" presId="urn:microsoft.com/office/officeart/2016/7/layout/LinearArrowProcessNumbered"/>
    <dgm:cxn modelId="{999F9139-0F4B-46AE-82E7-70943A5A322D}" type="presParOf" srcId="{660572D4-9B2F-4A17-BCA7-03221CE5AB2A}" destId="{D21E2166-D725-4CD4-B71C-07D0E62395C1}" srcOrd="1" destOrd="0" presId="urn:microsoft.com/office/officeart/2016/7/layout/LinearArrowProcessNumbered"/>
    <dgm:cxn modelId="{E4F3FD10-1724-4369-95AC-D434DB42B7EC}" type="presParOf" srcId="{D21E2166-D725-4CD4-B71C-07D0E62395C1}" destId="{066833CC-D735-4843-8697-B57A8BE99149}" srcOrd="0" destOrd="0" presId="urn:microsoft.com/office/officeart/2016/7/layout/LinearArrowProcessNumbered"/>
    <dgm:cxn modelId="{366FE241-2BFC-48D3-91F0-18455190E2E7}" type="presParOf" srcId="{D21E2166-D725-4CD4-B71C-07D0E62395C1}" destId="{4E61FC4F-809C-4CF4-9DA9-241DAA97942F}" srcOrd="1" destOrd="0" presId="urn:microsoft.com/office/officeart/2016/7/layout/LinearArrowProcessNumbered"/>
    <dgm:cxn modelId="{F7589AE4-894C-4B4E-8FCC-FF3238D942C5}" type="presParOf" srcId="{D21E2166-D725-4CD4-B71C-07D0E62395C1}" destId="{18F540A8-2B39-4988-B3F0-429E3D273D31}" srcOrd="2" destOrd="0" presId="urn:microsoft.com/office/officeart/2016/7/layout/LinearArrowProcessNumbered"/>
    <dgm:cxn modelId="{1D11B1FE-E2B4-49BA-AA19-8E87BE4A518F}" type="presParOf" srcId="{D21E2166-D725-4CD4-B71C-07D0E62395C1}" destId="{4BB26143-C228-4C1D-8DD3-D8330BC7A84A}" srcOrd="3" destOrd="0" presId="urn:microsoft.com/office/officeart/2016/7/layout/LinearArrowProcessNumbered"/>
    <dgm:cxn modelId="{693035F7-162D-4CE9-9ED5-0A3FB00D98B7}" type="presParOf" srcId="{660572D4-9B2F-4A17-BCA7-03221CE5AB2A}" destId="{790E9E4C-51CA-4873-95FF-BFA28236B6B2}" srcOrd="2" destOrd="0" presId="urn:microsoft.com/office/officeart/2016/7/layout/LinearArrowProcessNumbered"/>
    <dgm:cxn modelId="{592FBCC8-D49A-4AD7-8721-AE78C9A8CA47}" type="presParOf" srcId="{76423B80-5C81-4E1C-BC8C-4A137D0A7600}" destId="{A81FE90C-CB58-425F-BB5E-4DD8CD25F4DB}" srcOrd="5" destOrd="0" presId="urn:microsoft.com/office/officeart/2016/7/layout/LinearArrowProcessNumbered"/>
    <dgm:cxn modelId="{0764AC86-CC9D-4283-A04B-2BE9C21A2763}" type="presParOf" srcId="{76423B80-5C81-4E1C-BC8C-4A137D0A7600}" destId="{316D2998-19BE-4D03-82BA-97932B5B6A81}" srcOrd="6" destOrd="0" presId="urn:microsoft.com/office/officeart/2016/7/layout/LinearArrowProcessNumbered"/>
    <dgm:cxn modelId="{AB4BC961-8302-400E-8CF2-38C71B2E5359}" type="presParOf" srcId="{316D2998-19BE-4D03-82BA-97932B5B6A81}" destId="{1318F137-C666-4CBD-833C-67E103DF1A4D}" srcOrd="0" destOrd="0" presId="urn:microsoft.com/office/officeart/2016/7/layout/LinearArrowProcessNumbered"/>
    <dgm:cxn modelId="{24E85C9A-F3FD-4269-A576-C9E7BE44091A}" type="presParOf" srcId="{316D2998-19BE-4D03-82BA-97932B5B6A81}" destId="{D8A1F7D4-E877-4D69-B415-653B74196B63}" srcOrd="1" destOrd="0" presId="urn:microsoft.com/office/officeart/2016/7/layout/LinearArrowProcessNumbered"/>
    <dgm:cxn modelId="{37D49546-A416-4D78-9B2B-AD5AC7BE77AF}" type="presParOf" srcId="{D8A1F7D4-E877-4D69-B415-653B74196B63}" destId="{524A4528-39E5-449E-ACD2-410DA1E0B2FA}" srcOrd="0" destOrd="0" presId="urn:microsoft.com/office/officeart/2016/7/layout/LinearArrowProcessNumbered"/>
    <dgm:cxn modelId="{2F2FF127-7B32-4341-BDA1-F302A8C5AF23}" type="presParOf" srcId="{D8A1F7D4-E877-4D69-B415-653B74196B63}" destId="{E2239BB8-596F-460C-865F-42CA335A1269}" srcOrd="1" destOrd="0" presId="urn:microsoft.com/office/officeart/2016/7/layout/LinearArrowProcessNumbered"/>
    <dgm:cxn modelId="{6A4078BA-55B9-44D3-8842-339B03355CE6}" type="presParOf" srcId="{D8A1F7D4-E877-4D69-B415-653B74196B63}" destId="{37DA2D41-1786-4EFD-822F-066809F16315}" srcOrd="2" destOrd="0" presId="urn:microsoft.com/office/officeart/2016/7/layout/LinearArrowProcessNumbered"/>
    <dgm:cxn modelId="{E0AEA82A-211A-4562-9FA5-DB86BE2ABCFC}" type="presParOf" srcId="{D8A1F7D4-E877-4D69-B415-653B74196B63}" destId="{6EA68F96-8476-4410-8308-4C10E1175B23}" srcOrd="3" destOrd="0" presId="urn:microsoft.com/office/officeart/2016/7/layout/LinearArrowProcessNumbered"/>
    <dgm:cxn modelId="{DF8A0227-3C12-48F7-B04F-707E2A2FB49B}" type="presParOf" srcId="{316D2998-19BE-4D03-82BA-97932B5B6A81}" destId="{42C744DB-0865-45A4-B51F-8E71953AAAAF}" srcOrd="2" destOrd="0" presId="urn:microsoft.com/office/officeart/2016/7/layout/LinearArrowProcessNumbered"/>
    <dgm:cxn modelId="{53B69BA7-F0A5-48CB-8BE9-6B15AB3DF761}" type="presParOf" srcId="{76423B80-5C81-4E1C-BC8C-4A137D0A7600}" destId="{11C1B22C-A0FD-485F-B476-80C730ADF616}" srcOrd="7" destOrd="0" presId="urn:microsoft.com/office/officeart/2016/7/layout/LinearArrowProcessNumbered"/>
    <dgm:cxn modelId="{0867473B-8EAB-46D5-88DA-8070529A5873}" type="presParOf" srcId="{76423B80-5C81-4E1C-BC8C-4A137D0A7600}" destId="{8CC9EA53-C69C-4A76-9B74-F24D49A3D54D}" srcOrd="8" destOrd="0" presId="urn:microsoft.com/office/officeart/2016/7/layout/LinearArrowProcessNumbered"/>
    <dgm:cxn modelId="{78139C94-3938-40D5-860E-0C8245C05583}" type="presParOf" srcId="{8CC9EA53-C69C-4A76-9B74-F24D49A3D54D}" destId="{5663C02F-3E09-42EC-A0C7-5CC18333FD1D}" srcOrd="0" destOrd="0" presId="urn:microsoft.com/office/officeart/2016/7/layout/LinearArrowProcessNumbered"/>
    <dgm:cxn modelId="{BC7F8FC7-2FA2-4A33-B998-6C1DD0EF053E}" type="presParOf" srcId="{8CC9EA53-C69C-4A76-9B74-F24D49A3D54D}" destId="{4CD98551-3E2E-4162-8DDE-2E44C187DC1C}" srcOrd="1" destOrd="0" presId="urn:microsoft.com/office/officeart/2016/7/layout/LinearArrowProcessNumbered"/>
    <dgm:cxn modelId="{78D4CEBB-C437-4718-A9B1-D0463817E427}" type="presParOf" srcId="{4CD98551-3E2E-4162-8DDE-2E44C187DC1C}" destId="{CB8C61E6-E222-497C-9566-1E0C9894C74B}" srcOrd="0" destOrd="0" presId="urn:microsoft.com/office/officeart/2016/7/layout/LinearArrowProcessNumbered"/>
    <dgm:cxn modelId="{4C731D7F-C77A-44F5-884C-D4FCB8711036}" type="presParOf" srcId="{4CD98551-3E2E-4162-8DDE-2E44C187DC1C}" destId="{C4E52CC4-466E-44FD-9F37-721A16570F66}" srcOrd="1" destOrd="0" presId="urn:microsoft.com/office/officeart/2016/7/layout/LinearArrowProcessNumbered"/>
    <dgm:cxn modelId="{DBB9743C-557A-4D77-A845-A048A4D6745E}" type="presParOf" srcId="{4CD98551-3E2E-4162-8DDE-2E44C187DC1C}" destId="{ACD442A8-55EB-43E0-91EB-66807A1B34FB}" srcOrd="2" destOrd="0" presId="urn:microsoft.com/office/officeart/2016/7/layout/LinearArrowProcessNumbered"/>
    <dgm:cxn modelId="{66B16FAB-D0F4-4520-A994-D388B65E24EA}" type="presParOf" srcId="{4CD98551-3E2E-4162-8DDE-2E44C187DC1C}" destId="{0FAA373A-10ED-45DE-92FB-7F2733F1EDC2}" srcOrd="3" destOrd="0" presId="urn:microsoft.com/office/officeart/2016/7/layout/LinearArrowProcessNumbered"/>
    <dgm:cxn modelId="{87140A02-A6A3-47AD-A12C-EEA91EF987A3}" type="presParOf" srcId="{8CC9EA53-C69C-4A76-9B74-F24D49A3D54D}" destId="{CA4B3216-0A54-4D8D-B960-CE5B0A056D2F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0A9C9C-15D0-49D8-A084-FE5F995B34F8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BB5C651-CECE-4BE7-8701-FBE51410ED76}">
      <dgm:prSet/>
      <dgm:spPr/>
      <dgm:t>
        <a:bodyPr/>
        <a:lstStyle/>
        <a:p>
          <a:r>
            <a:rPr lang="es-MX" b="1"/>
            <a:t>Las localizaciones: </a:t>
          </a:r>
          <a:r>
            <a:rPr lang="es-MX"/>
            <a:t>Son todos aquellos lugares en los que la pieza puede detenerse para ser transformada o esperar a serlo.(Ej. Almacenes, bandas transportadoras, estaciones de inspección)</a:t>
          </a:r>
          <a:endParaRPr lang="en-US"/>
        </a:p>
      </dgm:t>
    </dgm:pt>
    <dgm:pt modelId="{973FE057-64AE-46FE-B8A3-66ACA14D0208}" type="parTrans" cxnId="{B92E48C1-5CFD-4F10-B57B-1CAE84C4BF98}">
      <dgm:prSet/>
      <dgm:spPr/>
      <dgm:t>
        <a:bodyPr/>
        <a:lstStyle/>
        <a:p>
          <a:endParaRPr lang="en-US"/>
        </a:p>
      </dgm:t>
    </dgm:pt>
    <dgm:pt modelId="{2D099AC3-4E94-45B4-B828-0D53B49F5F5F}" type="sibTrans" cxnId="{B92E48C1-5CFD-4F10-B57B-1CAE84C4BF98}">
      <dgm:prSet/>
      <dgm:spPr/>
      <dgm:t>
        <a:bodyPr/>
        <a:lstStyle/>
        <a:p>
          <a:r>
            <a:rPr lang="en-US" dirty="0"/>
            <a:t>6</a:t>
          </a:r>
        </a:p>
      </dgm:t>
    </dgm:pt>
    <dgm:pt modelId="{7FDE79BD-C153-448F-B049-8AED4F63B152}">
      <dgm:prSet/>
      <dgm:spPr/>
      <dgm:t>
        <a:bodyPr/>
        <a:lstStyle/>
        <a:p>
          <a:r>
            <a:rPr lang="es-MX" b="1"/>
            <a:t>Los recursos: </a:t>
          </a:r>
          <a:r>
            <a:rPr lang="es-MX"/>
            <a:t>Son aquellos dispositivos — diferentes a las localizaciones— necesarios para llevar a cabo una operación.(Ej. Un montacargas que transporta una pieza de un lugar a otro: una persona que realiza la inspección en una estación y toma turnos para descansar)</a:t>
          </a:r>
          <a:endParaRPr lang="en-US"/>
        </a:p>
      </dgm:t>
    </dgm:pt>
    <dgm:pt modelId="{9D1EE109-EF30-47B4-A5E4-2B3497689E4E}" type="parTrans" cxnId="{F44F6844-4895-4728-8D06-7B2DB4971D83}">
      <dgm:prSet/>
      <dgm:spPr/>
      <dgm:t>
        <a:bodyPr/>
        <a:lstStyle/>
        <a:p>
          <a:endParaRPr lang="en-US"/>
        </a:p>
      </dgm:t>
    </dgm:pt>
    <dgm:pt modelId="{38B61F49-3D03-4890-8F4D-5BCD7702E0BF}" type="sibTrans" cxnId="{F44F6844-4895-4728-8D06-7B2DB4971D83}">
      <dgm:prSet/>
      <dgm:spPr/>
      <dgm:t>
        <a:bodyPr/>
        <a:lstStyle/>
        <a:p>
          <a:r>
            <a:rPr lang="en-US" dirty="0"/>
            <a:t>7</a:t>
          </a:r>
        </a:p>
      </dgm:t>
    </dgm:pt>
    <dgm:pt modelId="{B93335F6-459A-4149-A9C8-575DF91DA40C}">
      <dgm:prSet/>
      <dgm:spPr/>
      <dgm:t>
        <a:bodyPr/>
        <a:lstStyle/>
        <a:p>
          <a:r>
            <a:rPr lang="es-MX" b="1"/>
            <a:t>Las variables: </a:t>
          </a:r>
          <a:r>
            <a:rPr lang="es-MX"/>
            <a:t>Son condiciones cuyos valores se crean y modifican por medio de ecuaciones matemáticas y relaciones lógicas. Pueden ser continuas (por ejemplo, el costo promedio de operación de un sistema) o discretas (como el número de unidades que deberá envasarse en un contenedor).</a:t>
          </a:r>
          <a:endParaRPr lang="en-US"/>
        </a:p>
      </dgm:t>
    </dgm:pt>
    <dgm:pt modelId="{C3766D5D-5E4B-4B99-8DA1-36C00FB511E8}" type="parTrans" cxnId="{5B1DE50B-D435-4442-9F87-E8B3CDBF41F9}">
      <dgm:prSet/>
      <dgm:spPr/>
      <dgm:t>
        <a:bodyPr/>
        <a:lstStyle/>
        <a:p>
          <a:endParaRPr lang="en-US"/>
        </a:p>
      </dgm:t>
    </dgm:pt>
    <dgm:pt modelId="{A7C2D727-07DF-47AE-9D07-1A62A1DC1DA2}" type="sibTrans" cxnId="{5B1DE50B-D435-4442-9F87-E8B3CDBF41F9}">
      <dgm:prSet/>
      <dgm:spPr/>
      <dgm:t>
        <a:bodyPr/>
        <a:lstStyle/>
        <a:p>
          <a:r>
            <a:rPr lang="en-US" dirty="0"/>
            <a:t>8</a:t>
          </a:r>
        </a:p>
      </dgm:t>
    </dgm:pt>
    <dgm:pt modelId="{DFC62E98-B2EB-464B-B5DF-A8B79092E641}">
      <dgm:prSet/>
      <dgm:spPr/>
      <dgm:t>
        <a:bodyPr/>
        <a:lstStyle/>
        <a:p>
          <a:r>
            <a:rPr lang="es-MX" b="1"/>
            <a:t>Tiempo de Simulación:</a:t>
          </a:r>
          <a:r>
            <a:rPr lang="es-MX"/>
            <a:t> Periodo que se modela, que puede ser diferente del tiempo real.</a:t>
          </a:r>
          <a:endParaRPr lang="en-US"/>
        </a:p>
      </dgm:t>
    </dgm:pt>
    <dgm:pt modelId="{1B9ACF0F-978F-4B16-9B9B-DCF004CF3E97}" type="parTrans" cxnId="{218FB691-C660-49DA-8A72-A8745F617ECA}">
      <dgm:prSet/>
      <dgm:spPr/>
      <dgm:t>
        <a:bodyPr/>
        <a:lstStyle/>
        <a:p>
          <a:endParaRPr lang="en-US"/>
        </a:p>
      </dgm:t>
    </dgm:pt>
    <dgm:pt modelId="{2F7DD1A4-8661-4C0D-BDD5-37B99C1AE488}" type="sibTrans" cxnId="{218FB691-C660-49DA-8A72-A8745F617ECA}">
      <dgm:prSet/>
      <dgm:spPr/>
      <dgm:t>
        <a:bodyPr/>
        <a:lstStyle/>
        <a:p>
          <a:endParaRPr lang="en-US"/>
        </a:p>
      </dgm:t>
    </dgm:pt>
    <dgm:pt modelId="{B395E4DE-800A-476F-8B41-E7CA7038339A}" type="pres">
      <dgm:prSet presAssocID="{790A9C9C-15D0-49D8-A084-FE5F995B34F8}" presName="outerComposite" presStyleCnt="0">
        <dgm:presLayoutVars>
          <dgm:chMax val="5"/>
          <dgm:dir/>
          <dgm:resizeHandles val="exact"/>
        </dgm:presLayoutVars>
      </dgm:prSet>
      <dgm:spPr/>
    </dgm:pt>
    <dgm:pt modelId="{076F7E71-C4A9-4A53-83D8-5E51AB606F96}" type="pres">
      <dgm:prSet presAssocID="{790A9C9C-15D0-49D8-A084-FE5F995B34F8}" presName="dummyMaxCanvas" presStyleCnt="0">
        <dgm:presLayoutVars/>
      </dgm:prSet>
      <dgm:spPr/>
    </dgm:pt>
    <dgm:pt modelId="{DF2D5EC6-075A-479E-99F7-74E1FBDDDD76}" type="pres">
      <dgm:prSet presAssocID="{790A9C9C-15D0-49D8-A084-FE5F995B34F8}" presName="FourNodes_1" presStyleLbl="node1" presStyleIdx="0" presStyleCnt="4">
        <dgm:presLayoutVars>
          <dgm:bulletEnabled val="1"/>
        </dgm:presLayoutVars>
      </dgm:prSet>
      <dgm:spPr/>
    </dgm:pt>
    <dgm:pt modelId="{A9EF8247-433B-4151-A959-6E403AF70D96}" type="pres">
      <dgm:prSet presAssocID="{790A9C9C-15D0-49D8-A084-FE5F995B34F8}" presName="FourNodes_2" presStyleLbl="node1" presStyleIdx="1" presStyleCnt="4">
        <dgm:presLayoutVars>
          <dgm:bulletEnabled val="1"/>
        </dgm:presLayoutVars>
      </dgm:prSet>
      <dgm:spPr/>
    </dgm:pt>
    <dgm:pt modelId="{379F2E09-51FE-4B41-9F86-61ACF205F4DE}" type="pres">
      <dgm:prSet presAssocID="{790A9C9C-15D0-49D8-A084-FE5F995B34F8}" presName="FourNodes_3" presStyleLbl="node1" presStyleIdx="2" presStyleCnt="4">
        <dgm:presLayoutVars>
          <dgm:bulletEnabled val="1"/>
        </dgm:presLayoutVars>
      </dgm:prSet>
      <dgm:spPr/>
    </dgm:pt>
    <dgm:pt modelId="{036F042E-E8C7-47BA-BF1A-C768CF4E7E3A}" type="pres">
      <dgm:prSet presAssocID="{790A9C9C-15D0-49D8-A084-FE5F995B34F8}" presName="FourNodes_4" presStyleLbl="node1" presStyleIdx="3" presStyleCnt="4">
        <dgm:presLayoutVars>
          <dgm:bulletEnabled val="1"/>
        </dgm:presLayoutVars>
      </dgm:prSet>
      <dgm:spPr/>
    </dgm:pt>
    <dgm:pt modelId="{04D15820-538C-4BD7-B0F6-2A9AF4FAA57F}" type="pres">
      <dgm:prSet presAssocID="{790A9C9C-15D0-49D8-A084-FE5F995B34F8}" presName="FourConn_1-2" presStyleLbl="fgAccFollowNode1" presStyleIdx="0" presStyleCnt="3">
        <dgm:presLayoutVars>
          <dgm:bulletEnabled val="1"/>
        </dgm:presLayoutVars>
      </dgm:prSet>
      <dgm:spPr/>
    </dgm:pt>
    <dgm:pt modelId="{2389EA5C-45E2-46A1-8F62-A616BC31F70A}" type="pres">
      <dgm:prSet presAssocID="{790A9C9C-15D0-49D8-A084-FE5F995B34F8}" presName="FourConn_2-3" presStyleLbl="fgAccFollowNode1" presStyleIdx="1" presStyleCnt="3">
        <dgm:presLayoutVars>
          <dgm:bulletEnabled val="1"/>
        </dgm:presLayoutVars>
      </dgm:prSet>
      <dgm:spPr/>
    </dgm:pt>
    <dgm:pt modelId="{190FB1CA-C40C-46BE-8C08-9B75420F5A39}" type="pres">
      <dgm:prSet presAssocID="{790A9C9C-15D0-49D8-A084-FE5F995B34F8}" presName="FourConn_3-4" presStyleLbl="fgAccFollowNode1" presStyleIdx="2" presStyleCnt="3">
        <dgm:presLayoutVars>
          <dgm:bulletEnabled val="1"/>
        </dgm:presLayoutVars>
      </dgm:prSet>
      <dgm:spPr/>
    </dgm:pt>
    <dgm:pt modelId="{B5CB42D9-057A-416B-8F0D-6424B71F5D38}" type="pres">
      <dgm:prSet presAssocID="{790A9C9C-15D0-49D8-A084-FE5F995B34F8}" presName="FourNodes_1_text" presStyleLbl="node1" presStyleIdx="3" presStyleCnt="4">
        <dgm:presLayoutVars>
          <dgm:bulletEnabled val="1"/>
        </dgm:presLayoutVars>
      </dgm:prSet>
      <dgm:spPr/>
    </dgm:pt>
    <dgm:pt modelId="{DEAEDBD3-371A-413D-8704-482BBC8D4257}" type="pres">
      <dgm:prSet presAssocID="{790A9C9C-15D0-49D8-A084-FE5F995B34F8}" presName="FourNodes_2_text" presStyleLbl="node1" presStyleIdx="3" presStyleCnt="4">
        <dgm:presLayoutVars>
          <dgm:bulletEnabled val="1"/>
        </dgm:presLayoutVars>
      </dgm:prSet>
      <dgm:spPr/>
    </dgm:pt>
    <dgm:pt modelId="{D538B6CA-2335-4955-BA58-FF13D0CF7667}" type="pres">
      <dgm:prSet presAssocID="{790A9C9C-15D0-49D8-A084-FE5F995B34F8}" presName="FourNodes_3_text" presStyleLbl="node1" presStyleIdx="3" presStyleCnt="4">
        <dgm:presLayoutVars>
          <dgm:bulletEnabled val="1"/>
        </dgm:presLayoutVars>
      </dgm:prSet>
      <dgm:spPr/>
    </dgm:pt>
    <dgm:pt modelId="{AEE23A71-C43D-4322-9DE7-A76A014549AD}" type="pres">
      <dgm:prSet presAssocID="{790A9C9C-15D0-49D8-A084-FE5F995B34F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C3D0C06-CB49-4350-B293-984DE3EE2C74}" type="presOf" srcId="{790A9C9C-15D0-49D8-A084-FE5F995B34F8}" destId="{B395E4DE-800A-476F-8B41-E7CA7038339A}" srcOrd="0" destOrd="0" presId="urn:microsoft.com/office/officeart/2005/8/layout/vProcess5"/>
    <dgm:cxn modelId="{789F7E0B-1CD5-4952-8E3F-346188306401}" type="presOf" srcId="{1BB5C651-CECE-4BE7-8701-FBE51410ED76}" destId="{B5CB42D9-057A-416B-8F0D-6424B71F5D38}" srcOrd="1" destOrd="0" presId="urn:microsoft.com/office/officeart/2005/8/layout/vProcess5"/>
    <dgm:cxn modelId="{5B1DE50B-D435-4442-9F87-E8B3CDBF41F9}" srcId="{790A9C9C-15D0-49D8-A084-FE5F995B34F8}" destId="{B93335F6-459A-4149-A9C8-575DF91DA40C}" srcOrd="2" destOrd="0" parTransId="{C3766D5D-5E4B-4B99-8DA1-36C00FB511E8}" sibTransId="{A7C2D727-07DF-47AE-9D07-1A62A1DC1DA2}"/>
    <dgm:cxn modelId="{BCC41922-40B0-4FC7-9961-8712E3263457}" type="presOf" srcId="{38B61F49-3D03-4890-8F4D-5BCD7702E0BF}" destId="{2389EA5C-45E2-46A1-8F62-A616BC31F70A}" srcOrd="0" destOrd="0" presId="urn:microsoft.com/office/officeart/2005/8/layout/vProcess5"/>
    <dgm:cxn modelId="{4B71EA28-9797-41DB-B891-A4C11DD57478}" type="presOf" srcId="{1BB5C651-CECE-4BE7-8701-FBE51410ED76}" destId="{DF2D5EC6-075A-479E-99F7-74E1FBDDDD76}" srcOrd="0" destOrd="0" presId="urn:microsoft.com/office/officeart/2005/8/layout/vProcess5"/>
    <dgm:cxn modelId="{F44F6844-4895-4728-8D06-7B2DB4971D83}" srcId="{790A9C9C-15D0-49D8-A084-FE5F995B34F8}" destId="{7FDE79BD-C153-448F-B049-8AED4F63B152}" srcOrd="1" destOrd="0" parTransId="{9D1EE109-EF30-47B4-A5E4-2B3497689E4E}" sibTransId="{38B61F49-3D03-4890-8F4D-5BCD7702E0BF}"/>
    <dgm:cxn modelId="{1A8E8D71-9D0F-4B5C-A23C-7155731C8EC9}" type="presOf" srcId="{7FDE79BD-C153-448F-B049-8AED4F63B152}" destId="{DEAEDBD3-371A-413D-8704-482BBC8D4257}" srcOrd="1" destOrd="0" presId="urn:microsoft.com/office/officeart/2005/8/layout/vProcess5"/>
    <dgm:cxn modelId="{218FB691-C660-49DA-8A72-A8745F617ECA}" srcId="{790A9C9C-15D0-49D8-A084-FE5F995B34F8}" destId="{DFC62E98-B2EB-464B-B5DF-A8B79092E641}" srcOrd="3" destOrd="0" parTransId="{1B9ACF0F-978F-4B16-9B9B-DCF004CF3E97}" sibTransId="{2F7DD1A4-8661-4C0D-BDD5-37B99C1AE488}"/>
    <dgm:cxn modelId="{1DDA34A9-F7F6-4411-B65E-CE4B78C8D7E8}" type="presOf" srcId="{B93335F6-459A-4149-A9C8-575DF91DA40C}" destId="{379F2E09-51FE-4B41-9F86-61ACF205F4DE}" srcOrd="0" destOrd="0" presId="urn:microsoft.com/office/officeart/2005/8/layout/vProcess5"/>
    <dgm:cxn modelId="{2D02BFAE-92F3-489E-8434-5BA2D5B2720B}" type="presOf" srcId="{2D099AC3-4E94-45B4-B828-0D53B49F5F5F}" destId="{04D15820-538C-4BD7-B0F6-2A9AF4FAA57F}" srcOrd="0" destOrd="0" presId="urn:microsoft.com/office/officeart/2005/8/layout/vProcess5"/>
    <dgm:cxn modelId="{B92E48C1-5CFD-4F10-B57B-1CAE84C4BF98}" srcId="{790A9C9C-15D0-49D8-A084-FE5F995B34F8}" destId="{1BB5C651-CECE-4BE7-8701-FBE51410ED76}" srcOrd="0" destOrd="0" parTransId="{973FE057-64AE-46FE-B8A3-66ACA14D0208}" sibTransId="{2D099AC3-4E94-45B4-B828-0D53B49F5F5F}"/>
    <dgm:cxn modelId="{515CD2D7-2918-4A0A-9740-748A0462D5DF}" type="presOf" srcId="{B93335F6-459A-4149-A9C8-575DF91DA40C}" destId="{D538B6CA-2335-4955-BA58-FF13D0CF7667}" srcOrd="1" destOrd="0" presId="urn:microsoft.com/office/officeart/2005/8/layout/vProcess5"/>
    <dgm:cxn modelId="{81A5FDDF-1041-4565-A38A-38B9C706F69E}" type="presOf" srcId="{DFC62E98-B2EB-464B-B5DF-A8B79092E641}" destId="{AEE23A71-C43D-4322-9DE7-A76A014549AD}" srcOrd="1" destOrd="0" presId="urn:microsoft.com/office/officeart/2005/8/layout/vProcess5"/>
    <dgm:cxn modelId="{6B4F86F2-2CF5-40E5-B763-74F6906B36CA}" type="presOf" srcId="{A7C2D727-07DF-47AE-9D07-1A62A1DC1DA2}" destId="{190FB1CA-C40C-46BE-8C08-9B75420F5A39}" srcOrd="0" destOrd="0" presId="urn:microsoft.com/office/officeart/2005/8/layout/vProcess5"/>
    <dgm:cxn modelId="{94D70DF5-4C6D-46C4-89BB-1C3CBF7B6BFA}" type="presOf" srcId="{DFC62E98-B2EB-464B-B5DF-A8B79092E641}" destId="{036F042E-E8C7-47BA-BF1A-C768CF4E7E3A}" srcOrd="0" destOrd="0" presId="urn:microsoft.com/office/officeart/2005/8/layout/vProcess5"/>
    <dgm:cxn modelId="{D2F38FFE-4EDD-41FE-918F-0BF1AA9564BF}" type="presOf" srcId="{7FDE79BD-C153-448F-B049-8AED4F63B152}" destId="{A9EF8247-433B-4151-A959-6E403AF70D96}" srcOrd="0" destOrd="0" presId="urn:microsoft.com/office/officeart/2005/8/layout/vProcess5"/>
    <dgm:cxn modelId="{EC9DCCA3-2670-4C0A-9CC1-E82613AA4191}" type="presParOf" srcId="{B395E4DE-800A-476F-8B41-E7CA7038339A}" destId="{076F7E71-C4A9-4A53-83D8-5E51AB606F96}" srcOrd="0" destOrd="0" presId="urn:microsoft.com/office/officeart/2005/8/layout/vProcess5"/>
    <dgm:cxn modelId="{7AE911A9-EDB1-45AF-AAAE-5DB976E055FA}" type="presParOf" srcId="{B395E4DE-800A-476F-8B41-E7CA7038339A}" destId="{DF2D5EC6-075A-479E-99F7-74E1FBDDDD76}" srcOrd="1" destOrd="0" presId="urn:microsoft.com/office/officeart/2005/8/layout/vProcess5"/>
    <dgm:cxn modelId="{2005ED8C-4B66-4B50-A2DF-88D97CD92604}" type="presParOf" srcId="{B395E4DE-800A-476F-8B41-E7CA7038339A}" destId="{A9EF8247-433B-4151-A959-6E403AF70D96}" srcOrd="2" destOrd="0" presId="urn:microsoft.com/office/officeart/2005/8/layout/vProcess5"/>
    <dgm:cxn modelId="{F2CF8B68-B6F3-4BCF-92BC-3BEEEF4F1F40}" type="presParOf" srcId="{B395E4DE-800A-476F-8B41-E7CA7038339A}" destId="{379F2E09-51FE-4B41-9F86-61ACF205F4DE}" srcOrd="3" destOrd="0" presId="urn:microsoft.com/office/officeart/2005/8/layout/vProcess5"/>
    <dgm:cxn modelId="{87939F52-FCBF-4169-9B93-68B0A33EC821}" type="presParOf" srcId="{B395E4DE-800A-476F-8B41-E7CA7038339A}" destId="{036F042E-E8C7-47BA-BF1A-C768CF4E7E3A}" srcOrd="4" destOrd="0" presId="urn:microsoft.com/office/officeart/2005/8/layout/vProcess5"/>
    <dgm:cxn modelId="{D84451A5-232A-4973-BCC0-C2B59CB3949B}" type="presParOf" srcId="{B395E4DE-800A-476F-8B41-E7CA7038339A}" destId="{04D15820-538C-4BD7-B0F6-2A9AF4FAA57F}" srcOrd="5" destOrd="0" presId="urn:microsoft.com/office/officeart/2005/8/layout/vProcess5"/>
    <dgm:cxn modelId="{2B33DEE2-FB14-4386-AA50-46439E11698D}" type="presParOf" srcId="{B395E4DE-800A-476F-8B41-E7CA7038339A}" destId="{2389EA5C-45E2-46A1-8F62-A616BC31F70A}" srcOrd="6" destOrd="0" presId="urn:microsoft.com/office/officeart/2005/8/layout/vProcess5"/>
    <dgm:cxn modelId="{AC2F910D-E82F-4951-958E-705CED06A17D}" type="presParOf" srcId="{B395E4DE-800A-476F-8B41-E7CA7038339A}" destId="{190FB1CA-C40C-46BE-8C08-9B75420F5A39}" srcOrd="7" destOrd="0" presId="urn:microsoft.com/office/officeart/2005/8/layout/vProcess5"/>
    <dgm:cxn modelId="{FF8907AC-D6BB-4627-AC08-8276D59CF1B0}" type="presParOf" srcId="{B395E4DE-800A-476F-8B41-E7CA7038339A}" destId="{B5CB42D9-057A-416B-8F0D-6424B71F5D38}" srcOrd="8" destOrd="0" presId="urn:microsoft.com/office/officeart/2005/8/layout/vProcess5"/>
    <dgm:cxn modelId="{CA5BF9A0-AA89-4FCC-BD5E-660AC740E310}" type="presParOf" srcId="{B395E4DE-800A-476F-8B41-E7CA7038339A}" destId="{DEAEDBD3-371A-413D-8704-482BBC8D4257}" srcOrd="9" destOrd="0" presId="urn:microsoft.com/office/officeart/2005/8/layout/vProcess5"/>
    <dgm:cxn modelId="{D5FCC101-F92F-4AC5-B25F-03BC7B27F12B}" type="presParOf" srcId="{B395E4DE-800A-476F-8B41-E7CA7038339A}" destId="{D538B6CA-2335-4955-BA58-FF13D0CF7667}" srcOrd="10" destOrd="0" presId="urn:microsoft.com/office/officeart/2005/8/layout/vProcess5"/>
    <dgm:cxn modelId="{B120F0CE-C48A-4BA9-AB48-8493129548E6}" type="presParOf" srcId="{B395E4DE-800A-476F-8B41-E7CA7038339A}" destId="{AEE23A71-C43D-4322-9DE7-A76A014549A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E2E2E8-C5E3-42B1-AC90-89DDF240AB5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ABD679-19AD-4E2A-ABBE-63AED3CA1E59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es-BO" b="1" i="0" baseline="0" dirty="0"/>
            <a:t>Análisis y Optimización:</a:t>
          </a:r>
          <a:r>
            <a:rPr lang="es-BO" b="0" i="0" baseline="0" dirty="0"/>
            <a:t> Permite analizar y optimizar sistemas complejos sin interrumpir su operación real.</a:t>
          </a:r>
          <a:endParaRPr lang="en-US" dirty="0"/>
        </a:p>
      </dgm:t>
    </dgm:pt>
    <dgm:pt modelId="{35A7BCF7-1682-4F75-A9F5-323CF00269AE}" type="parTrans" cxnId="{A315D1DC-7B43-4F02-9CF8-1B71E236CEBF}">
      <dgm:prSet/>
      <dgm:spPr/>
      <dgm:t>
        <a:bodyPr/>
        <a:lstStyle/>
        <a:p>
          <a:endParaRPr lang="en-US"/>
        </a:p>
      </dgm:t>
    </dgm:pt>
    <dgm:pt modelId="{E3F0362C-025B-4CFE-8145-4B9D4BD4CCC9}" type="sibTrans" cxnId="{A315D1DC-7B43-4F02-9CF8-1B71E236CEB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D5ECE5B-52DF-4ED8-BF7C-D1712518F4FE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es-BO" b="1" i="0" baseline="0" dirty="0"/>
            <a:t>Experimentación:</a:t>
          </a:r>
          <a:r>
            <a:rPr lang="es-BO" b="0" i="0" baseline="0" dirty="0"/>
            <a:t> Facilita la experimentación con diferentes escenarios y políticas operativas.</a:t>
          </a:r>
          <a:endParaRPr lang="en-US" dirty="0"/>
        </a:p>
      </dgm:t>
    </dgm:pt>
    <dgm:pt modelId="{54AE1349-EBC5-4931-A1C0-187341A71A38}" type="parTrans" cxnId="{57C3D8D8-F13A-412A-B273-8C4C46CBBEC4}">
      <dgm:prSet/>
      <dgm:spPr/>
      <dgm:t>
        <a:bodyPr/>
        <a:lstStyle/>
        <a:p>
          <a:endParaRPr lang="en-US"/>
        </a:p>
      </dgm:t>
    </dgm:pt>
    <dgm:pt modelId="{D847BF1A-920C-4687-AC69-D568224F2825}" type="sibTrans" cxnId="{57C3D8D8-F13A-412A-B273-8C4C46CBBEC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CAC1F3B-E9AD-453F-91B2-17042F174A7B}">
      <dgm:prSet/>
      <dgm:spPr/>
      <dgm:t>
        <a:bodyPr/>
        <a:lstStyle/>
        <a:p>
          <a:pPr>
            <a:lnSpc>
              <a:spcPct val="100000"/>
            </a:lnSpc>
          </a:pPr>
          <a:r>
            <a:rPr lang="es-BO" b="1" i="0" baseline="0"/>
            <a:t>Identificación de Cuellos de Botella:</a:t>
          </a:r>
          <a:r>
            <a:rPr lang="es-BO" b="0" i="0" baseline="0"/>
            <a:t> Ayuda a identificar áreas de mejora.</a:t>
          </a:r>
          <a:endParaRPr lang="en-US"/>
        </a:p>
      </dgm:t>
    </dgm:pt>
    <dgm:pt modelId="{930B9AE8-06C1-4C2E-9B3D-D9038232BB5C}" type="parTrans" cxnId="{FB14D9AE-E09F-45E8-8A92-654C574C0ACE}">
      <dgm:prSet/>
      <dgm:spPr/>
      <dgm:t>
        <a:bodyPr/>
        <a:lstStyle/>
        <a:p>
          <a:endParaRPr lang="en-US"/>
        </a:p>
      </dgm:t>
    </dgm:pt>
    <dgm:pt modelId="{5E96C8B7-49C5-4E87-A53F-9DA356A2A47D}" type="sibTrans" cxnId="{FB14D9AE-E09F-45E8-8A92-654C574C0AC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E938300-3593-4159-A30A-D802B35CFC93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es-BO" b="1" i="0" baseline="0" dirty="0"/>
            <a:t>Reducción de Costos:</a:t>
          </a:r>
          <a:r>
            <a:rPr lang="es-BO" b="0" i="0" baseline="0" dirty="0"/>
            <a:t> Disminuye los riesgos y costos asociados con la implementación de cambios en el sistema real. </a:t>
          </a:r>
          <a:endParaRPr lang="en-US" dirty="0"/>
        </a:p>
      </dgm:t>
    </dgm:pt>
    <dgm:pt modelId="{B6303FCC-E0EC-44AD-A9F5-B6EED48FFFA4}" type="parTrans" cxnId="{98B8B3DE-A527-40C7-8742-BD90BE2C9865}">
      <dgm:prSet/>
      <dgm:spPr/>
      <dgm:t>
        <a:bodyPr/>
        <a:lstStyle/>
        <a:p>
          <a:endParaRPr lang="en-US"/>
        </a:p>
      </dgm:t>
    </dgm:pt>
    <dgm:pt modelId="{5A9A4545-915A-436F-8B42-DD7165CF853E}" type="sibTrans" cxnId="{98B8B3DE-A527-40C7-8742-BD90BE2C9865}">
      <dgm:prSet/>
      <dgm:spPr/>
      <dgm:t>
        <a:bodyPr/>
        <a:lstStyle/>
        <a:p>
          <a:endParaRPr lang="en-US"/>
        </a:p>
      </dgm:t>
    </dgm:pt>
    <dgm:pt modelId="{0AF88017-BFE2-45C6-8429-C5453E5DCE53}" type="pres">
      <dgm:prSet presAssocID="{05E2E2E8-C5E3-42B1-AC90-89DDF240AB59}" presName="root" presStyleCnt="0">
        <dgm:presLayoutVars>
          <dgm:dir/>
          <dgm:resizeHandles val="exact"/>
        </dgm:presLayoutVars>
      </dgm:prSet>
      <dgm:spPr/>
    </dgm:pt>
    <dgm:pt modelId="{EB324698-21E4-408C-90F6-4F6EA8D0607F}" type="pres">
      <dgm:prSet presAssocID="{05E2E2E8-C5E3-42B1-AC90-89DDF240AB59}" presName="container" presStyleCnt="0">
        <dgm:presLayoutVars>
          <dgm:dir/>
          <dgm:resizeHandles val="exact"/>
        </dgm:presLayoutVars>
      </dgm:prSet>
      <dgm:spPr/>
    </dgm:pt>
    <dgm:pt modelId="{AD3A5F87-5D5C-4E94-B9A9-1BD32ADA941B}" type="pres">
      <dgm:prSet presAssocID="{34ABD679-19AD-4E2A-ABBE-63AED3CA1E59}" presName="compNode" presStyleCnt="0"/>
      <dgm:spPr/>
    </dgm:pt>
    <dgm:pt modelId="{01A40EAE-049B-4B69-8B80-659799F266FE}" type="pres">
      <dgm:prSet presAssocID="{34ABD679-19AD-4E2A-ABBE-63AED3CA1E59}" presName="iconBgRect" presStyleLbl="bgShp" presStyleIdx="0" presStyleCnt="4"/>
      <dgm:spPr/>
    </dgm:pt>
    <dgm:pt modelId="{5521CAE5-844C-4662-AD4E-3F34E06E6064}" type="pres">
      <dgm:prSet presAssocID="{34ABD679-19AD-4E2A-ABBE-63AED3CA1E5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FF7AD5D-E152-4313-AAED-C38ADDEB1DAA}" type="pres">
      <dgm:prSet presAssocID="{34ABD679-19AD-4E2A-ABBE-63AED3CA1E59}" presName="spaceRect" presStyleCnt="0"/>
      <dgm:spPr/>
    </dgm:pt>
    <dgm:pt modelId="{2B92E806-4AAB-44B9-BF49-4A746E0937F8}" type="pres">
      <dgm:prSet presAssocID="{34ABD679-19AD-4E2A-ABBE-63AED3CA1E59}" presName="textRect" presStyleLbl="revTx" presStyleIdx="0" presStyleCnt="4">
        <dgm:presLayoutVars>
          <dgm:chMax val="1"/>
          <dgm:chPref val="1"/>
        </dgm:presLayoutVars>
      </dgm:prSet>
      <dgm:spPr/>
    </dgm:pt>
    <dgm:pt modelId="{59A08D79-169B-4878-9258-27CC9BA83005}" type="pres">
      <dgm:prSet presAssocID="{E3F0362C-025B-4CFE-8145-4B9D4BD4CCC9}" presName="sibTrans" presStyleLbl="sibTrans2D1" presStyleIdx="0" presStyleCnt="0"/>
      <dgm:spPr/>
    </dgm:pt>
    <dgm:pt modelId="{BF4336E6-E705-421B-96C8-9B9BBD1745DF}" type="pres">
      <dgm:prSet presAssocID="{9D5ECE5B-52DF-4ED8-BF7C-D1712518F4FE}" presName="compNode" presStyleCnt="0"/>
      <dgm:spPr/>
    </dgm:pt>
    <dgm:pt modelId="{33A21623-58B8-4E26-BAA7-F5D341DE2920}" type="pres">
      <dgm:prSet presAssocID="{9D5ECE5B-52DF-4ED8-BF7C-D1712518F4FE}" presName="iconBgRect" presStyleLbl="bgShp" presStyleIdx="1" presStyleCnt="4"/>
      <dgm:spPr/>
    </dgm:pt>
    <dgm:pt modelId="{83C2D69F-0AC2-4BD6-ADC4-A7590063F356}" type="pres">
      <dgm:prSet presAssocID="{9D5ECE5B-52DF-4ED8-BF7C-D1712518F4F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raz"/>
        </a:ext>
      </dgm:extLst>
    </dgm:pt>
    <dgm:pt modelId="{A043E1C0-F987-4A71-968B-182B5BFC1373}" type="pres">
      <dgm:prSet presAssocID="{9D5ECE5B-52DF-4ED8-BF7C-D1712518F4FE}" presName="spaceRect" presStyleCnt="0"/>
      <dgm:spPr/>
    </dgm:pt>
    <dgm:pt modelId="{B7B3F297-A7DD-41D9-9A78-84720E52F2E9}" type="pres">
      <dgm:prSet presAssocID="{9D5ECE5B-52DF-4ED8-BF7C-D1712518F4FE}" presName="textRect" presStyleLbl="revTx" presStyleIdx="1" presStyleCnt="4">
        <dgm:presLayoutVars>
          <dgm:chMax val="1"/>
          <dgm:chPref val="1"/>
        </dgm:presLayoutVars>
      </dgm:prSet>
      <dgm:spPr/>
    </dgm:pt>
    <dgm:pt modelId="{9304753E-87BB-4489-AFBA-FCD99DD24E0E}" type="pres">
      <dgm:prSet presAssocID="{D847BF1A-920C-4687-AC69-D568224F2825}" presName="sibTrans" presStyleLbl="sibTrans2D1" presStyleIdx="0" presStyleCnt="0"/>
      <dgm:spPr/>
    </dgm:pt>
    <dgm:pt modelId="{B564FF9D-0F90-4854-8B53-212F0795BA31}" type="pres">
      <dgm:prSet presAssocID="{2CAC1F3B-E9AD-453F-91B2-17042F174A7B}" presName="compNode" presStyleCnt="0"/>
      <dgm:spPr/>
    </dgm:pt>
    <dgm:pt modelId="{55FCB544-2F50-491E-B769-ADA3F8200FF1}" type="pres">
      <dgm:prSet presAssocID="{2CAC1F3B-E9AD-453F-91B2-17042F174A7B}" presName="iconBgRect" presStyleLbl="bgShp" presStyleIdx="2" presStyleCnt="4"/>
      <dgm:spPr/>
    </dgm:pt>
    <dgm:pt modelId="{938E21A3-52CC-4845-9F3D-093BC81614BB}" type="pres">
      <dgm:prSet presAssocID="{2CAC1F3B-E9AD-453F-91B2-17042F174A7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by bottle"/>
        </a:ext>
      </dgm:extLst>
    </dgm:pt>
    <dgm:pt modelId="{C9B00C38-58B9-479F-87E2-7E507BD54457}" type="pres">
      <dgm:prSet presAssocID="{2CAC1F3B-E9AD-453F-91B2-17042F174A7B}" presName="spaceRect" presStyleCnt="0"/>
      <dgm:spPr/>
    </dgm:pt>
    <dgm:pt modelId="{FB7B90A9-C672-4BC9-A6A7-2DFA2C303547}" type="pres">
      <dgm:prSet presAssocID="{2CAC1F3B-E9AD-453F-91B2-17042F174A7B}" presName="textRect" presStyleLbl="revTx" presStyleIdx="2" presStyleCnt="4">
        <dgm:presLayoutVars>
          <dgm:chMax val="1"/>
          <dgm:chPref val="1"/>
        </dgm:presLayoutVars>
      </dgm:prSet>
      <dgm:spPr/>
    </dgm:pt>
    <dgm:pt modelId="{336D8D82-8076-48F3-86A7-AF11CC05D09E}" type="pres">
      <dgm:prSet presAssocID="{5E96C8B7-49C5-4E87-A53F-9DA356A2A47D}" presName="sibTrans" presStyleLbl="sibTrans2D1" presStyleIdx="0" presStyleCnt="0"/>
      <dgm:spPr/>
    </dgm:pt>
    <dgm:pt modelId="{73BDD206-1B0B-41CF-B6F0-216AEACFF80D}" type="pres">
      <dgm:prSet presAssocID="{2E938300-3593-4159-A30A-D802B35CFC93}" presName="compNode" presStyleCnt="0"/>
      <dgm:spPr/>
    </dgm:pt>
    <dgm:pt modelId="{760D8C86-5780-4872-84EE-95699B6B6F44}" type="pres">
      <dgm:prSet presAssocID="{2E938300-3593-4159-A30A-D802B35CFC93}" presName="iconBgRect" presStyleLbl="bgShp" presStyleIdx="3" presStyleCnt="4"/>
      <dgm:spPr/>
    </dgm:pt>
    <dgm:pt modelId="{47E55E4D-8430-4412-AC3D-89C16F43BAEE}" type="pres">
      <dgm:prSet presAssocID="{2E938300-3593-4159-A30A-D802B35CFC9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26530065-07E2-41EA-B19D-5BE374B31928}" type="pres">
      <dgm:prSet presAssocID="{2E938300-3593-4159-A30A-D802B35CFC93}" presName="spaceRect" presStyleCnt="0"/>
      <dgm:spPr/>
    </dgm:pt>
    <dgm:pt modelId="{D7C27E9A-67CC-45E4-9D3E-4184E18844EE}" type="pres">
      <dgm:prSet presAssocID="{2E938300-3593-4159-A30A-D802B35CFC9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2480014-4089-4227-AA1F-D5D72E074EF9}" type="presOf" srcId="{2CAC1F3B-E9AD-453F-91B2-17042F174A7B}" destId="{FB7B90A9-C672-4BC9-A6A7-2DFA2C303547}" srcOrd="0" destOrd="0" presId="urn:microsoft.com/office/officeart/2018/2/layout/IconCircleList"/>
    <dgm:cxn modelId="{22AA2317-A980-4E3C-B1AB-58632E790AE0}" type="presOf" srcId="{9D5ECE5B-52DF-4ED8-BF7C-D1712518F4FE}" destId="{B7B3F297-A7DD-41D9-9A78-84720E52F2E9}" srcOrd="0" destOrd="0" presId="urn:microsoft.com/office/officeart/2018/2/layout/IconCircleList"/>
    <dgm:cxn modelId="{99F4EA23-533B-457F-8B66-C62FFB53952E}" type="presOf" srcId="{34ABD679-19AD-4E2A-ABBE-63AED3CA1E59}" destId="{2B92E806-4AAB-44B9-BF49-4A746E0937F8}" srcOrd="0" destOrd="0" presId="urn:microsoft.com/office/officeart/2018/2/layout/IconCircleList"/>
    <dgm:cxn modelId="{FEE54728-39EF-44AC-AFE2-4E281C2020DD}" type="presOf" srcId="{2E938300-3593-4159-A30A-D802B35CFC93}" destId="{D7C27E9A-67CC-45E4-9D3E-4184E18844EE}" srcOrd="0" destOrd="0" presId="urn:microsoft.com/office/officeart/2018/2/layout/IconCircleList"/>
    <dgm:cxn modelId="{38CA8A42-4895-498E-B28D-09973444E16D}" type="presOf" srcId="{E3F0362C-025B-4CFE-8145-4B9D4BD4CCC9}" destId="{59A08D79-169B-4878-9258-27CC9BA83005}" srcOrd="0" destOrd="0" presId="urn:microsoft.com/office/officeart/2018/2/layout/IconCircleList"/>
    <dgm:cxn modelId="{9F54DC63-1C2F-4413-B1EF-2E31CE20EABC}" type="presOf" srcId="{D847BF1A-920C-4687-AC69-D568224F2825}" destId="{9304753E-87BB-4489-AFBA-FCD99DD24E0E}" srcOrd="0" destOrd="0" presId="urn:microsoft.com/office/officeart/2018/2/layout/IconCircleList"/>
    <dgm:cxn modelId="{FB14D9AE-E09F-45E8-8A92-654C574C0ACE}" srcId="{05E2E2E8-C5E3-42B1-AC90-89DDF240AB59}" destId="{2CAC1F3B-E9AD-453F-91B2-17042F174A7B}" srcOrd="2" destOrd="0" parTransId="{930B9AE8-06C1-4C2E-9B3D-D9038232BB5C}" sibTransId="{5E96C8B7-49C5-4E87-A53F-9DA356A2A47D}"/>
    <dgm:cxn modelId="{52B598C6-C66D-4C6A-BD2E-63975142118A}" type="presOf" srcId="{05E2E2E8-C5E3-42B1-AC90-89DDF240AB59}" destId="{0AF88017-BFE2-45C6-8429-C5453E5DCE53}" srcOrd="0" destOrd="0" presId="urn:microsoft.com/office/officeart/2018/2/layout/IconCircleList"/>
    <dgm:cxn modelId="{165671CC-418B-492B-829F-C9D8A46B2B21}" type="presOf" srcId="{5E96C8B7-49C5-4E87-A53F-9DA356A2A47D}" destId="{336D8D82-8076-48F3-86A7-AF11CC05D09E}" srcOrd="0" destOrd="0" presId="urn:microsoft.com/office/officeart/2018/2/layout/IconCircleList"/>
    <dgm:cxn modelId="{57C3D8D8-F13A-412A-B273-8C4C46CBBEC4}" srcId="{05E2E2E8-C5E3-42B1-AC90-89DDF240AB59}" destId="{9D5ECE5B-52DF-4ED8-BF7C-D1712518F4FE}" srcOrd="1" destOrd="0" parTransId="{54AE1349-EBC5-4931-A1C0-187341A71A38}" sibTransId="{D847BF1A-920C-4687-AC69-D568224F2825}"/>
    <dgm:cxn modelId="{A315D1DC-7B43-4F02-9CF8-1B71E236CEBF}" srcId="{05E2E2E8-C5E3-42B1-AC90-89DDF240AB59}" destId="{34ABD679-19AD-4E2A-ABBE-63AED3CA1E59}" srcOrd="0" destOrd="0" parTransId="{35A7BCF7-1682-4F75-A9F5-323CF00269AE}" sibTransId="{E3F0362C-025B-4CFE-8145-4B9D4BD4CCC9}"/>
    <dgm:cxn modelId="{98B8B3DE-A527-40C7-8742-BD90BE2C9865}" srcId="{05E2E2E8-C5E3-42B1-AC90-89DDF240AB59}" destId="{2E938300-3593-4159-A30A-D802B35CFC93}" srcOrd="3" destOrd="0" parTransId="{B6303FCC-E0EC-44AD-A9F5-B6EED48FFFA4}" sibTransId="{5A9A4545-915A-436F-8B42-DD7165CF853E}"/>
    <dgm:cxn modelId="{B32D48C6-0845-49CD-A686-8137D5D58C51}" type="presParOf" srcId="{0AF88017-BFE2-45C6-8429-C5453E5DCE53}" destId="{EB324698-21E4-408C-90F6-4F6EA8D0607F}" srcOrd="0" destOrd="0" presId="urn:microsoft.com/office/officeart/2018/2/layout/IconCircleList"/>
    <dgm:cxn modelId="{B6CE2E48-CFBE-4535-BC2F-952E01725FEB}" type="presParOf" srcId="{EB324698-21E4-408C-90F6-4F6EA8D0607F}" destId="{AD3A5F87-5D5C-4E94-B9A9-1BD32ADA941B}" srcOrd="0" destOrd="0" presId="urn:microsoft.com/office/officeart/2018/2/layout/IconCircleList"/>
    <dgm:cxn modelId="{ADF7A9F3-DAF8-4027-AF4F-89164D956BFE}" type="presParOf" srcId="{AD3A5F87-5D5C-4E94-B9A9-1BD32ADA941B}" destId="{01A40EAE-049B-4B69-8B80-659799F266FE}" srcOrd="0" destOrd="0" presId="urn:microsoft.com/office/officeart/2018/2/layout/IconCircleList"/>
    <dgm:cxn modelId="{DD6B75A7-D728-416E-8330-5DB1255D3495}" type="presParOf" srcId="{AD3A5F87-5D5C-4E94-B9A9-1BD32ADA941B}" destId="{5521CAE5-844C-4662-AD4E-3F34E06E6064}" srcOrd="1" destOrd="0" presId="urn:microsoft.com/office/officeart/2018/2/layout/IconCircleList"/>
    <dgm:cxn modelId="{FCB85C72-5C2B-4273-873D-51C3EE058F3E}" type="presParOf" srcId="{AD3A5F87-5D5C-4E94-B9A9-1BD32ADA941B}" destId="{AFF7AD5D-E152-4313-AAED-C38ADDEB1DAA}" srcOrd="2" destOrd="0" presId="urn:microsoft.com/office/officeart/2018/2/layout/IconCircleList"/>
    <dgm:cxn modelId="{49C7D996-2C6F-4ECE-8AAA-48A11081984E}" type="presParOf" srcId="{AD3A5F87-5D5C-4E94-B9A9-1BD32ADA941B}" destId="{2B92E806-4AAB-44B9-BF49-4A746E0937F8}" srcOrd="3" destOrd="0" presId="urn:microsoft.com/office/officeart/2018/2/layout/IconCircleList"/>
    <dgm:cxn modelId="{54ACBB9C-3F9C-4B73-86F6-3F0EF4476793}" type="presParOf" srcId="{EB324698-21E4-408C-90F6-4F6EA8D0607F}" destId="{59A08D79-169B-4878-9258-27CC9BA83005}" srcOrd="1" destOrd="0" presId="urn:microsoft.com/office/officeart/2018/2/layout/IconCircleList"/>
    <dgm:cxn modelId="{D629D232-A2DD-4E3D-ADBB-213F0955DF82}" type="presParOf" srcId="{EB324698-21E4-408C-90F6-4F6EA8D0607F}" destId="{BF4336E6-E705-421B-96C8-9B9BBD1745DF}" srcOrd="2" destOrd="0" presId="urn:microsoft.com/office/officeart/2018/2/layout/IconCircleList"/>
    <dgm:cxn modelId="{2557AA09-3A48-4FC4-933E-4571B9FC7C22}" type="presParOf" srcId="{BF4336E6-E705-421B-96C8-9B9BBD1745DF}" destId="{33A21623-58B8-4E26-BAA7-F5D341DE2920}" srcOrd="0" destOrd="0" presId="urn:microsoft.com/office/officeart/2018/2/layout/IconCircleList"/>
    <dgm:cxn modelId="{5E3F7301-BB52-45E3-8DCC-C873DAB1FD6B}" type="presParOf" srcId="{BF4336E6-E705-421B-96C8-9B9BBD1745DF}" destId="{83C2D69F-0AC2-4BD6-ADC4-A7590063F356}" srcOrd="1" destOrd="0" presId="urn:microsoft.com/office/officeart/2018/2/layout/IconCircleList"/>
    <dgm:cxn modelId="{AE8C51C3-01B6-4153-9554-0AC1CFBBF5B1}" type="presParOf" srcId="{BF4336E6-E705-421B-96C8-9B9BBD1745DF}" destId="{A043E1C0-F987-4A71-968B-182B5BFC1373}" srcOrd="2" destOrd="0" presId="urn:microsoft.com/office/officeart/2018/2/layout/IconCircleList"/>
    <dgm:cxn modelId="{2198B3DD-96BD-446A-AADB-7A7AD9024A42}" type="presParOf" srcId="{BF4336E6-E705-421B-96C8-9B9BBD1745DF}" destId="{B7B3F297-A7DD-41D9-9A78-84720E52F2E9}" srcOrd="3" destOrd="0" presId="urn:microsoft.com/office/officeart/2018/2/layout/IconCircleList"/>
    <dgm:cxn modelId="{548E68C8-A1B9-4A30-8F02-96F18F19219E}" type="presParOf" srcId="{EB324698-21E4-408C-90F6-4F6EA8D0607F}" destId="{9304753E-87BB-4489-AFBA-FCD99DD24E0E}" srcOrd="3" destOrd="0" presId="urn:microsoft.com/office/officeart/2018/2/layout/IconCircleList"/>
    <dgm:cxn modelId="{D8A82436-D433-4115-BEEE-F8B147F8D93B}" type="presParOf" srcId="{EB324698-21E4-408C-90F6-4F6EA8D0607F}" destId="{B564FF9D-0F90-4854-8B53-212F0795BA31}" srcOrd="4" destOrd="0" presId="urn:microsoft.com/office/officeart/2018/2/layout/IconCircleList"/>
    <dgm:cxn modelId="{DF3230D9-5C0A-4E7C-8FC9-59CA561E091C}" type="presParOf" srcId="{B564FF9D-0F90-4854-8B53-212F0795BA31}" destId="{55FCB544-2F50-491E-B769-ADA3F8200FF1}" srcOrd="0" destOrd="0" presId="urn:microsoft.com/office/officeart/2018/2/layout/IconCircleList"/>
    <dgm:cxn modelId="{5AD49039-7B17-45A5-8407-7B999DE50AF3}" type="presParOf" srcId="{B564FF9D-0F90-4854-8B53-212F0795BA31}" destId="{938E21A3-52CC-4845-9F3D-093BC81614BB}" srcOrd="1" destOrd="0" presId="urn:microsoft.com/office/officeart/2018/2/layout/IconCircleList"/>
    <dgm:cxn modelId="{5FE02CEC-EE8A-4912-BF2E-2CAFA38B7299}" type="presParOf" srcId="{B564FF9D-0F90-4854-8B53-212F0795BA31}" destId="{C9B00C38-58B9-479F-87E2-7E507BD54457}" srcOrd="2" destOrd="0" presId="urn:microsoft.com/office/officeart/2018/2/layout/IconCircleList"/>
    <dgm:cxn modelId="{F9BC9213-3DEB-4A0C-9239-2429D58ECFA9}" type="presParOf" srcId="{B564FF9D-0F90-4854-8B53-212F0795BA31}" destId="{FB7B90A9-C672-4BC9-A6A7-2DFA2C303547}" srcOrd="3" destOrd="0" presId="urn:microsoft.com/office/officeart/2018/2/layout/IconCircleList"/>
    <dgm:cxn modelId="{A154AA83-B935-4372-9888-C44B502F07E0}" type="presParOf" srcId="{EB324698-21E4-408C-90F6-4F6EA8D0607F}" destId="{336D8D82-8076-48F3-86A7-AF11CC05D09E}" srcOrd="5" destOrd="0" presId="urn:microsoft.com/office/officeart/2018/2/layout/IconCircleList"/>
    <dgm:cxn modelId="{800F3DF3-C471-4E4D-BC0B-FAA206553DA1}" type="presParOf" srcId="{EB324698-21E4-408C-90F6-4F6EA8D0607F}" destId="{73BDD206-1B0B-41CF-B6F0-216AEACFF80D}" srcOrd="6" destOrd="0" presId="urn:microsoft.com/office/officeart/2018/2/layout/IconCircleList"/>
    <dgm:cxn modelId="{77904CD5-4C7F-4110-9F66-3B2F3B2BBA74}" type="presParOf" srcId="{73BDD206-1B0B-41CF-B6F0-216AEACFF80D}" destId="{760D8C86-5780-4872-84EE-95699B6B6F44}" srcOrd="0" destOrd="0" presId="urn:microsoft.com/office/officeart/2018/2/layout/IconCircleList"/>
    <dgm:cxn modelId="{9A115F9B-2D0B-4188-B559-99BDE4FA6344}" type="presParOf" srcId="{73BDD206-1B0B-41CF-B6F0-216AEACFF80D}" destId="{47E55E4D-8430-4412-AC3D-89C16F43BAEE}" srcOrd="1" destOrd="0" presId="urn:microsoft.com/office/officeart/2018/2/layout/IconCircleList"/>
    <dgm:cxn modelId="{53820114-8146-478F-AD34-DAF63DA9EE57}" type="presParOf" srcId="{73BDD206-1B0B-41CF-B6F0-216AEACFF80D}" destId="{26530065-07E2-41EA-B19D-5BE374B31928}" srcOrd="2" destOrd="0" presId="urn:microsoft.com/office/officeart/2018/2/layout/IconCircleList"/>
    <dgm:cxn modelId="{9BD84FC9-0D32-4F65-8B17-A52A18080A4E}" type="presParOf" srcId="{73BDD206-1B0B-41CF-B6F0-216AEACFF80D}" destId="{D7C27E9A-67CC-45E4-9D3E-4184E18844E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DF8D2B5-DCD2-4785-9DBA-116F4EAC552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9C89165-F89E-45A5-A5CC-B7302FE69AA6}">
      <dgm:prSet/>
      <dgm:spPr/>
      <dgm:t>
        <a:bodyPr/>
        <a:lstStyle/>
        <a:p>
          <a:pPr algn="just"/>
          <a:r>
            <a:rPr lang="es-BO" b="1" i="0" baseline="0" dirty="0"/>
            <a:t>Costos y Tiempo:</a:t>
          </a:r>
          <a:r>
            <a:rPr lang="es-BO" b="0" i="0" baseline="0" dirty="0"/>
            <a:t> Puede ser costosa y requerir mucho tiempo para desarrollar y validar modelos complejos.</a:t>
          </a:r>
          <a:endParaRPr lang="en-US" dirty="0"/>
        </a:p>
      </dgm:t>
    </dgm:pt>
    <dgm:pt modelId="{DD553B76-5E00-45E4-95E8-8981AAD2E9E4}" type="parTrans" cxnId="{8F879322-F635-40A3-90C1-DE06FBDD316B}">
      <dgm:prSet/>
      <dgm:spPr/>
      <dgm:t>
        <a:bodyPr/>
        <a:lstStyle/>
        <a:p>
          <a:endParaRPr lang="en-US"/>
        </a:p>
      </dgm:t>
    </dgm:pt>
    <dgm:pt modelId="{8320C8D7-D027-4A30-AB97-DA364224AF02}" type="sibTrans" cxnId="{8F879322-F635-40A3-90C1-DE06FBDD316B}">
      <dgm:prSet/>
      <dgm:spPr/>
      <dgm:t>
        <a:bodyPr/>
        <a:lstStyle/>
        <a:p>
          <a:endParaRPr lang="en-US"/>
        </a:p>
      </dgm:t>
    </dgm:pt>
    <dgm:pt modelId="{CAF61201-E442-49F9-9060-476BCA3DC3D3}">
      <dgm:prSet/>
      <dgm:spPr/>
      <dgm:t>
        <a:bodyPr/>
        <a:lstStyle/>
        <a:p>
          <a:pPr algn="just"/>
          <a:r>
            <a:rPr lang="es-BO" b="1" i="0" baseline="0" dirty="0"/>
            <a:t>Dependencia de Datos:</a:t>
          </a:r>
          <a:r>
            <a:rPr lang="es-BO" b="0" i="0" baseline="0" dirty="0"/>
            <a:t> Los resultados dependen de la precisión de los datos y suposiciones iniciales.</a:t>
          </a:r>
          <a:endParaRPr lang="en-US" dirty="0"/>
        </a:p>
      </dgm:t>
    </dgm:pt>
    <dgm:pt modelId="{76E4B8BD-7E1D-43D3-99C5-1727EE00E8EC}" type="parTrans" cxnId="{7FF01250-A201-41F1-85ED-C7813EBF97A4}">
      <dgm:prSet/>
      <dgm:spPr/>
      <dgm:t>
        <a:bodyPr/>
        <a:lstStyle/>
        <a:p>
          <a:endParaRPr lang="en-US"/>
        </a:p>
      </dgm:t>
    </dgm:pt>
    <dgm:pt modelId="{4EC6BB15-FD34-40F2-9575-C95B5F3D33FC}" type="sibTrans" cxnId="{7FF01250-A201-41F1-85ED-C7813EBF97A4}">
      <dgm:prSet/>
      <dgm:spPr/>
      <dgm:t>
        <a:bodyPr/>
        <a:lstStyle/>
        <a:p>
          <a:endParaRPr lang="en-US"/>
        </a:p>
      </dgm:t>
    </dgm:pt>
    <dgm:pt modelId="{69E39723-0C96-49EA-9A84-97192C195AFB}">
      <dgm:prSet/>
      <dgm:spPr/>
      <dgm:t>
        <a:bodyPr/>
        <a:lstStyle/>
        <a:p>
          <a:r>
            <a:rPr lang="es-BO" b="1" i="0" baseline="0"/>
            <a:t>Interpretación de Resultados:</a:t>
          </a:r>
          <a:r>
            <a:rPr lang="es-BO" b="0" i="0" baseline="0"/>
            <a:t> No proporciona soluciones óptimas automáticamente, requiere análisis por parte del usuario.</a:t>
          </a:r>
          <a:endParaRPr lang="en-US"/>
        </a:p>
      </dgm:t>
    </dgm:pt>
    <dgm:pt modelId="{3071279A-43CF-40E9-B22E-8C2D09AADD07}" type="parTrans" cxnId="{1ADCBD0F-7EE6-43C1-B4F3-BD9A94A85675}">
      <dgm:prSet/>
      <dgm:spPr/>
      <dgm:t>
        <a:bodyPr/>
        <a:lstStyle/>
        <a:p>
          <a:endParaRPr lang="en-US"/>
        </a:p>
      </dgm:t>
    </dgm:pt>
    <dgm:pt modelId="{8DF12E1A-1905-4F96-8815-572E1E9D3504}" type="sibTrans" cxnId="{1ADCBD0F-7EE6-43C1-B4F3-BD9A94A85675}">
      <dgm:prSet/>
      <dgm:spPr/>
      <dgm:t>
        <a:bodyPr/>
        <a:lstStyle/>
        <a:p>
          <a:endParaRPr lang="en-US"/>
        </a:p>
      </dgm:t>
    </dgm:pt>
    <dgm:pt modelId="{0A5F6B9E-4A50-4873-9C2D-8BC72EC1A7C2}">
      <dgm:prSet/>
      <dgm:spPr/>
      <dgm:t>
        <a:bodyPr/>
        <a:lstStyle/>
        <a:p>
          <a:r>
            <a:rPr lang="es-BO" b="1" i="0" baseline="0"/>
            <a:t>Complejidad:</a:t>
          </a:r>
          <a:r>
            <a:rPr lang="es-BO" b="0" i="0" baseline="0"/>
            <a:t> Puede ser difícil de entender y comunicar a personas no familiarizadas con la técnica. </a:t>
          </a:r>
          <a:endParaRPr lang="en-US"/>
        </a:p>
      </dgm:t>
    </dgm:pt>
    <dgm:pt modelId="{663FD83A-B44B-4A5B-BAB2-27997BBBCA5D}" type="parTrans" cxnId="{5EA31B84-280D-4E20-96D1-FEE0D966DBEC}">
      <dgm:prSet/>
      <dgm:spPr/>
      <dgm:t>
        <a:bodyPr/>
        <a:lstStyle/>
        <a:p>
          <a:endParaRPr lang="en-US"/>
        </a:p>
      </dgm:t>
    </dgm:pt>
    <dgm:pt modelId="{0BE1C5F1-BD7B-43B5-BD8E-B4EC4F575918}" type="sibTrans" cxnId="{5EA31B84-280D-4E20-96D1-FEE0D966DBEC}">
      <dgm:prSet/>
      <dgm:spPr/>
      <dgm:t>
        <a:bodyPr/>
        <a:lstStyle/>
        <a:p>
          <a:endParaRPr lang="en-US"/>
        </a:p>
      </dgm:t>
    </dgm:pt>
    <dgm:pt modelId="{8F939BD1-95E3-4D55-9903-2114762303DE}" type="pres">
      <dgm:prSet presAssocID="{EDF8D2B5-DCD2-4785-9DBA-116F4EAC5528}" presName="root" presStyleCnt="0">
        <dgm:presLayoutVars>
          <dgm:dir/>
          <dgm:resizeHandles val="exact"/>
        </dgm:presLayoutVars>
      </dgm:prSet>
      <dgm:spPr/>
    </dgm:pt>
    <dgm:pt modelId="{46D40639-770D-4299-8BF7-623E6C7A151D}" type="pres">
      <dgm:prSet presAssocID="{F9C89165-F89E-45A5-A5CC-B7302FE69AA6}" presName="compNode" presStyleCnt="0"/>
      <dgm:spPr/>
    </dgm:pt>
    <dgm:pt modelId="{9C4F6F52-9E2C-442D-9848-66B909FA9779}" type="pres">
      <dgm:prSet presAssocID="{F9C89165-F89E-45A5-A5CC-B7302FE69AA6}" presName="bgRect" presStyleLbl="bgShp" presStyleIdx="0" presStyleCnt="4"/>
      <dgm:spPr/>
    </dgm:pt>
    <dgm:pt modelId="{683699BB-A53E-47F3-B414-D7FB26DE048D}" type="pres">
      <dgm:prSet presAssocID="{F9C89165-F89E-45A5-A5CC-B7302FE69AA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Átomo"/>
        </a:ext>
      </dgm:extLst>
    </dgm:pt>
    <dgm:pt modelId="{75A3B7AB-7D11-467E-BA2D-FDFB75A5D63B}" type="pres">
      <dgm:prSet presAssocID="{F9C89165-F89E-45A5-A5CC-B7302FE69AA6}" presName="spaceRect" presStyleCnt="0"/>
      <dgm:spPr/>
    </dgm:pt>
    <dgm:pt modelId="{E2AC3F69-2D85-4F6C-AA33-BD3D570A93F1}" type="pres">
      <dgm:prSet presAssocID="{F9C89165-F89E-45A5-A5CC-B7302FE69AA6}" presName="parTx" presStyleLbl="revTx" presStyleIdx="0" presStyleCnt="4">
        <dgm:presLayoutVars>
          <dgm:chMax val="0"/>
          <dgm:chPref val="0"/>
        </dgm:presLayoutVars>
      </dgm:prSet>
      <dgm:spPr/>
    </dgm:pt>
    <dgm:pt modelId="{C71275CC-F96E-4B38-AB0A-3572F911DF1C}" type="pres">
      <dgm:prSet presAssocID="{8320C8D7-D027-4A30-AB97-DA364224AF02}" presName="sibTrans" presStyleCnt="0"/>
      <dgm:spPr/>
    </dgm:pt>
    <dgm:pt modelId="{608E262E-B0E9-4588-8755-93AF3EAF13EF}" type="pres">
      <dgm:prSet presAssocID="{CAF61201-E442-49F9-9060-476BCA3DC3D3}" presName="compNode" presStyleCnt="0"/>
      <dgm:spPr/>
    </dgm:pt>
    <dgm:pt modelId="{8E0B3EE5-360C-4DB6-B6F3-09EDB69B84E1}" type="pres">
      <dgm:prSet presAssocID="{CAF61201-E442-49F9-9060-476BCA3DC3D3}" presName="bgRect" presStyleLbl="bgShp" presStyleIdx="1" presStyleCnt="4"/>
      <dgm:spPr/>
    </dgm:pt>
    <dgm:pt modelId="{F3880D24-B8F0-45A1-B7CE-861719D1375F}" type="pres">
      <dgm:prSet presAssocID="{CAF61201-E442-49F9-9060-476BCA3DC3D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1027482F-B8EC-43F3-B453-00C8FC8644D6}" type="pres">
      <dgm:prSet presAssocID="{CAF61201-E442-49F9-9060-476BCA3DC3D3}" presName="spaceRect" presStyleCnt="0"/>
      <dgm:spPr/>
    </dgm:pt>
    <dgm:pt modelId="{75E70E66-4543-41FC-A22D-7A388EBAD02C}" type="pres">
      <dgm:prSet presAssocID="{CAF61201-E442-49F9-9060-476BCA3DC3D3}" presName="parTx" presStyleLbl="revTx" presStyleIdx="1" presStyleCnt="4">
        <dgm:presLayoutVars>
          <dgm:chMax val="0"/>
          <dgm:chPref val="0"/>
        </dgm:presLayoutVars>
      </dgm:prSet>
      <dgm:spPr/>
    </dgm:pt>
    <dgm:pt modelId="{A01A1918-4FFB-4D5E-A41A-77B8FF4D6463}" type="pres">
      <dgm:prSet presAssocID="{4EC6BB15-FD34-40F2-9575-C95B5F3D33FC}" presName="sibTrans" presStyleCnt="0"/>
      <dgm:spPr/>
    </dgm:pt>
    <dgm:pt modelId="{7E169572-3A34-4B33-A75D-AD174A29B7B5}" type="pres">
      <dgm:prSet presAssocID="{69E39723-0C96-49EA-9A84-97192C195AFB}" presName="compNode" presStyleCnt="0"/>
      <dgm:spPr/>
    </dgm:pt>
    <dgm:pt modelId="{9F45AD94-D2C2-4D28-801D-9D23A4310453}" type="pres">
      <dgm:prSet presAssocID="{69E39723-0C96-49EA-9A84-97192C195AFB}" presName="bgRect" presStyleLbl="bgShp" presStyleIdx="2" presStyleCnt="4"/>
      <dgm:spPr/>
    </dgm:pt>
    <dgm:pt modelId="{4A22A9BF-3EC8-4498-8183-669B54049464}" type="pres">
      <dgm:prSet presAssocID="{69E39723-0C96-49EA-9A84-97192C195AF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6E65FE3B-D983-491D-B62B-D4CCE075F6BE}" type="pres">
      <dgm:prSet presAssocID="{69E39723-0C96-49EA-9A84-97192C195AFB}" presName="spaceRect" presStyleCnt="0"/>
      <dgm:spPr/>
    </dgm:pt>
    <dgm:pt modelId="{00F2FB23-9479-4F85-AEF4-97A47F57F93C}" type="pres">
      <dgm:prSet presAssocID="{69E39723-0C96-49EA-9A84-97192C195AFB}" presName="parTx" presStyleLbl="revTx" presStyleIdx="2" presStyleCnt="4">
        <dgm:presLayoutVars>
          <dgm:chMax val="0"/>
          <dgm:chPref val="0"/>
        </dgm:presLayoutVars>
      </dgm:prSet>
      <dgm:spPr/>
    </dgm:pt>
    <dgm:pt modelId="{75286DD8-7801-4808-BF8C-FF3588A90CDD}" type="pres">
      <dgm:prSet presAssocID="{8DF12E1A-1905-4F96-8815-572E1E9D3504}" presName="sibTrans" presStyleCnt="0"/>
      <dgm:spPr/>
    </dgm:pt>
    <dgm:pt modelId="{7880036A-82A4-4469-AC56-16721C2BED8D}" type="pres">
      <dgm:prSet presAssocID="{0A5F6B9E-4A50-4873-9C2D-8BC72EC1A7C2}" presName="compNode" presStyleCnt="0"/>
      <dgm:spPr/>
    </dgm:pt>
    <dgm:pt modelId="{242498DE-F024-4F6E-A163-53D6E90CDDD3}" type="pres">
      <dgm:prSet presAssocID="{0A5F6B9E-4A50-4873-9C2D-8BC72EC1A7C2}" presName="bgRect" presStyleLbl="bgShp" presStyleIdx="3" presStyleCnt="4"/>
      <dgm:spPr/>
    </dgm:pt>
    <dgm:pt modelId="{072E6ADC-AA83-49A2-B2B9-DAFB126903BF}" type="pres">
      <dgm:prSet presAssocID="{0A5F6B9E-4A50-4873-9C2D-8BC72EC1A7C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93C2661-DA2E-4DF4-A70A-064621483BFB}" type="pres">
      <dgm:prSet presAssocID="{0A5F6B9E-4A50-4873-9C2D-8BC72EC1A7C2}" presName="spaceRect" presStyleCnt="0"/>
      <dgm:spPr/>
    </dgm:pt>
    <dgm:pt modelId="{17D57CDA-84FF-4430-AA87-0ED2AF9730FB}" type="pres">
      <dgm:prSet presAssocID="{0A5F6B9E-4A50-4873-9C2D-8BC72EC1A7C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ADCBD0F-7EE6-43C1-B4F3-BD9A94A85675}" srcId="{EDF8D2B5-DCD2-4785-9DBA-116F4EAC5528}" destId="{69E39723-0C96-49EA-9A84-97192C195AFB}" srcOrd="2" destOrd="0" parTransId="{3071279A-43CF-40E9-B22E-8C2D09AADD07}" sibTransId="{8DF12E1A-1905-4F96-8815-572E1E9D3504}"/>
    <dgm:cxn modelId="{8F879322-F635-40A3-90C1-DE06FBDD316B}" srcId="{EDF8D2B5-DCD2-4785-9DBA-116F4EAC5528}" destId="{F9C89165-F89E-45A5-A5CC-B7302FE69AA6}" srcOrd="0" destOrd="0" parTransId="{DD553B76-5E00-45E4-95E8-8981AAD2E9E4}" sibTransId="{8320C8D7-D027-4A30-AB97-DA364224AF02}"/>
    <dgm:cxn modelId="{AB43E536-4BA8-4DDE-A0EB-7DF47938BF59}" type="presOf" srcId="{EDF8D2B5-DCD2-4785-9DBA-116F4EAC5528}" destId="{8F939BD1-95E3-4D55-9903-2114762303DE}" srcOrd="0" destOrd="0" presId="urn:microsoft.com/office/officeart/2018/2/layout/IconVerticalSolidList"/>
    <dgm:cxn modelId="{125C4247-24F4-4FA6-AC8D-6BA322BD1EAD}" type="presOf" srcId="{F9C89165-F89E-45A5-A5CC-B7302FE69AA6}" destId="{E2AC3F69-2D85-4F6C-AA33-BD3D570A93F1}" srcOrd="0" destOrd="0" presId="urn:microsoft.com/office/officeart/2018/2/layout/IconVerticalSolidList"/>
    <dgm:cxn modelId="{7FF01250-A201-41F1-85ED-C7813EBF97A4}" srcId="{EDF8D2B5-DCD2-4785-9DBA-116F4EAC5528}" destId="{CAF61201-E442-49F9-9060-476BCA3DC3D3}" srcOrd="1" destOrd="0" parTransId="{76E4B8BD-7E1D-43D3-99C5-1727EE00E8EC}" sibTransId="{4EC6BB15-FD34-40F2-9575-C95B5F3D33FC}"/>
    <dgm:cxn modelId="{5EA31B84-280D-4E20-96D1-FEE0D966DBEC}" srcId="{EDF8D2B5-DCD2-4785-9DBA-116F4EAC5528}" destId="{0A5F6B9E-4A50-4873-9C2D-8BC72EC1A7C2}" srcOrd="3" destOrd="0" parTransId="{663FD83A-B44B-4A5B-BAB2-27997BBBCA5D}" sibTransId="{0BE1C5F1-BD7B-43B5-BD8E-B4EC4F575918}"/>
    <dgm:cxn modelId="{22C7539E-2A04-4B4B-9660-D054059DCCE7}" type="presOf" srcId="{CAF61201-E442-49F9-9060-476BCA3DC3D3}" destId="{75E70E66-4543-41FC-A22D-7A388EBAD02C}" srcOrd="0" destOrd="0" presId="urn:microsoft.com/office/officeart/2018/2/layout/IconVerticalSolidList"/>
    <dgm:cxn modelId="{CFC3E0D1-E5E3-48AA-84BF-222EBE46B75A}" type="presOf" srcId="{69E39723-0C96-49EA-9A84-97192C195AFB}" destId="{00F2FB23-9479-4F85-AEF4-97A47F57F93C}" srcOrd="0" destOrd="0" presId="urn:microsoft.com/office/officeart/2018/2/layout/IconVerticalSolidList"/>
    <dgm:cxn modelId="{9CD20BE7-B6E7-4186-B1AE-3940F3735743}" type="presOf" srcId="{0A5F6B9E-4A50-4873-9C2D-8BC72EC1A7C2}" destId="{17D57CDA-84FF-4430-AA87-0ED2AF9730FB}" srcOrd="0" destOrd="0" presId="urn:microsoft.com/office/officeart/2018/2/layout/IconVerticalSolidList"/>
    <dgm:cxn modelId="{35B2EEA1-6E91-4C4C-B826-33FA6D19BD7F}" type="presParOf" srcId="{8F939BD1-95E3-4D55-9903-2114762303DE}" destId="{46D40639-770D-4299-8BF7-623E6C7A151D}" srcOrd="0" destOrd="0" presId="urn:microsoft.com/office/officeart/2018/2/layout/IconVerticalSolidList"/>
    <dgm:cxn modelId="{DB2D0733-B3F2-46C6-9660-8421924AA095}" type="presParOf" srcId="{46D40639-770D-4299-8BF7-623E6C7A151D}" destId="{9C4F6F52-9E2C-442D-9848-66B909FA9779}" srcOrd="0" destOrd="0" presId="urn:microsoft.com/office/officeart/2018/2/layout/IconVerticalSolidList"/>
    <dgm:cxn modelId="{2318CCBB-71D6-4949-8D9D-3FB63E4A3DE5}" type="presParOf" srcId="{46D40639-770D-4299-8BF7-623E6C7A151D}" destId="{683699BB-A53E-47F3-B414-D7FB26DE048D}" srcOrd="1" destOrd="0" presId="urn:microsoft.com/office/officeart/2018/2/layout/IconVerticalSolidList"/>
    <dgm:cxn modelId="{0183D41E-8FFE-4E2D-A4CE-5C8781B58A2B}" type="presParOf" srcId="{46D40639-770D-4299-8BF7-623E6C7A151D}" destId="{75A3B7AB-7D11-467E-BA2D-FDFB75A5D63B}" srcOrd="2" destOrd="0" presId="urn:microsoft.com/office/officeart/2018/2/layout/IconVerticalSolidList"/>
    <dgm:cxn modelId="{9DDB4AE3-4A7A-4BB1-8982-8C6A2688A539}" type="presParOf" srcId="{46D40639-770D-4299-8BF7-623E6C7A151D}" destId="{E2AC3F69-2D85-4F6C-AA33-BD3D570A93F1}" srcOrd="3" destOrd="0" presId="urn:microsoft.com/office/officeart/2018/2/layout/IconVerticalSolidList"/>
    <dgm:cxn modelId="{CC69CD74-CDD1-46C8-9CD7-E4BC1FAF1364}" type="presParOf" srcId="{8F939BD1-95E3-4D55-9903-2114762303DE}" destId="{C71275CC-F96E-4B38-AB0A-3572F911DF1C}" srcOrd="1" destOrd="0" presId="urn:microsoft.com/office/officeart/2018/2/layout/IconVerticalSolidList"/>
    <dgm:cxn modelId="{2F17F254-80DE-4058-928C-73AB7ADE7AAF}" type="presParOf" srcId="{8F939BD1-95E3-4D55-9903-2114762303DE}" destId="{608E262E-B0E9-4588-8755-93AF3EAF13EF}" srcOrd="2" destOrd="0" presId="urn:microsoft.com/office/officeart/2018/2/layout/IconVerticalSolidList"/>
    <dgm:cxn modelId="{8DAED0C9-19AA-429B-A048-7374D8491B64}" type="presParOf" srcId="{608E262E-B0E9-4588-8755-93AF3EAF13EF}" destId="{8E0B3EE5-360C-4DB6-B6F3-09EDB69B84E1}" srcOrd="0" destOrd="0" presId="urn:microsoft.com/office/officeart/2018/2/layout/IconVerticalSolidList"/>
    <dgm:cxn modelId="{9A5F02D7-CECE-46DD-99B1-63FCCB1D87AC}" type="presParOf" srcId="{608E262E-B0E9-4588-8755-93AF3EAF13EF}" destId="{F3880D24-B8F0-45A1-B7CE-861719D1375F}" srcOrd="1" destOrd="0" presId="urn:microsoft.com/office/officeart/2018/2/layout/IconVerticalSolidList"/>
    <dgm:cxn modelId="{B9011DFB-2A1D-4F6F-A5AA-4A71F7280203}" type="presParOf" srcId="{608E262E-B0E9-4588-8755-93AF3EAF13EF}" destId="{1027482F-B8EC-43F3-B453-00C8FC8644D6}" srcOrd="2" destOrd="0" presId="urn:microsoft.com/office/officeart/2018/2/layout/IconVerticalSolidList"/>
    <dgm:cxn modelId="{66920FF8-4DE5-4C93-B525-DCEBDE84ACC7}" type="presParOf" srcId="{608E262E-B0E9-4588-8755-93AF3EAF13EF}" destId="{75E70E66-4543-41FC-A22D-7A388EBAD02C}" srcOrd="3" destOrd="0" presId="urn:microsoft.com/office/officeart/2018/2/layout/IconVerticalSolidList"/>
    <dgm:cxn modelId="{B53CA16C-49A4-4558-B2D5-9FE741E6631B}" type="presParOf" srcId="{8F939BD1-95E3-4D55-9903-2114762303DE}" destId="{A01A1918-4FFB-4D5E-A41A-77B8FF4D6463}" srcOrd="3" destOrd="0" presId="urn:microsoft.com/office/officeart/2018/2/layout/IconVerticalSolidList"/>
    <dgm:cxn modelId="{7ED60926-ABEB-47C6-BBDA-04ED2C0C31C5}" type="presParOf" srcId="{8F939BD1-95E3-4D55-9903-2114762303DE}" destId="{7E169572-3A34-4B33-A75D-AD174A29B7B5}" srcOrd="4" destOrd="0" presId="urn:microsoft.com/office/officeart/2018/2/layout/IconVerticalSolidList"/>
    <dgm:cxn modelId="{AC181B7A-56E2-485D-A189-02634705901F}" type="presParOf" srcId="{7E169572-3A34-4B33-A75D-AD174A29B7B5}" destId="{9F45AD94-D2C2-4D28-801D-9D23A4310453}" srcOrd="0" destOrd="0" presId="urn:microsoft.com/office/officeart/2018/2/layout/IconVerticalSolidList"/>
    <dgm:cxn modelId="{BBDA881B-7CC0-4DAD-933D-ECD331B68EB3}" type="presParOf" srcId="{7E169572-3A34-4B33-A75D-AD174A29B7B5}" destId="{4A22A9BF-3EC8-4498-8183-669B54049464}" srcOrd="1" destOrd="0" presId="urn:microsoft.com/office/officeart/2018/2/layout/IconVerticalSolidList"/>
    <dgm:cxn modelId="{DF814359-E617-4099-8EF1-B21AE6DE9195}" type="presParOf" srcId="{7E169572-3A34-4B33-A75D-AD174A29B7B5}" destId="{6E65FE3B-D983-491D-B62B-D4CCE075F6BE}" srcOrd="2" destOrd="0" presId="urn:microsoft.com/office/officeart/2018/2/layout/IconVerticalSolidList"/>
    <dgm:cxn modelId="{D121028D-1737-40B0-911C-2447D41AD6ED}" type="presParOf" srcId="{7E169572-3A34-4B33-A75D-AD174A29B7B5}" destId="{00F2FB23-9479-4F85-AEF4-97A47F57F93C}" srcOrd="3" destOrd="0" presId="urn:microsoft.com/office/officeart/2018/2/layout/IconVerticalSolidList"/>
    <dgm:cxn modelId="{3F662C51-BE22-43FE-ADF5-1B2A1200C873}" type="presParOf" srcId="{8F939BD1-95E3-4D55-9903-2114762303DE}" destId="{75286DD8-7801-4808-BF8C-FF3588A90CDD}" srcOrd="5" destOrd="0" presId="urn:microsoft.com/office/officeart/2018/2/layout/IconVerticalSolidList"/>
    <dgm:cxn modelId="{82574806-C003-4DD0-AE26-3B9F8B04FE48}" type="presParOf" srcId="{8F939BD1-95E3-4D55-9903-2114762303DE}" destId="{7880036A-82A4-4469-AC56-16721C2BED8D}" srcOrd="6" destOrd="0" presId="urn:microsoft.com/office/officeart/2018/2/layout/IconVerticalSolidList"/>
    <dgm:cxn modelId="{F6CC97EB-3D51-46CD-ABCF-97C6E27E0107}" type="presParOf" srcId="{7880036A-82A4-4469-AC56-16721C2BED8D}" destId="{242498DE-F024-4F6E-A163-53D6E90CDDD3}" srcOrd="0" destOrd="0" presId="urn:microsoft.com/office/officeart/2018/2/layout/IconVerticalSolidList"/>
    <dgm:cxn modelId="{83F2DB20-85FD-4F93-AFB2-40A9F798F87C}" type="presParOf" srcId="{7880036A-82A4-4469-AC56-16721C2BED8D}" destId="{072E6ADC-AA83-49A2-B2B9-DAFB126903BF}" srcOrd="1" destOrd="0" presId="urn:microsoft.com/office/officeart/2018/2/layout/IconVerticalSolidList"/>
    <dgm:cxn modelId="{D666B534-9B2F-4DF3-85EC-22F783F32646}" type="presParOf" srcId="{7880036A-82A4-4469-AC56-16721C2BED8D}" destId="{793C2661-DA2E-4DF4-A70A-064621483BFB}" srcOrd="2" destOrd="0" presId="urn:microsoft.com/office/officeart/2018/2/layout/IconVerticalSolidList"/>
    <dgm:cxn modelId="{78C1F968-90AB-4088-9E3D-B56B16D0E889}" type="presParOf" srcId="{7880036A-82A4-4469-AC56-16721C2BED8D}" destId="{17D57CDA-84FF-4430-AA87-0ED2AF9730F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11113F3-5FC0-44BE-9426-F7F075F5F477}" type="doc">
      <dgm:prSet loTypeId="urn:microsoft.com/office/officeart/2005/8/layout/cycle8" loCatId="cycle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CE394E3F-4CDA-4E39-BBFC-275E9CB53E52}">
      <dgm:prSet custT="1"/>
      <dgm:spPr/>
      <dgm:t>
        <a:bodyPr/>
        <a:lstStyle/>
        <a:p>
          <a:r>
            <a:rPr lang="es-BO" sz="1000" b="1" i="0" baseline="0" dirty="0"/>
            <a:t>Definición del Problema: </a:t>
          </a:r>
          <a:r>
            <a:rPr lang="es-BO" sz="1000" b="0" i="0" baseline="0" dirty="0"/>
            <a:t>Identificar el sistema y los objetivos del estudio.</a:t>
          </a:r>
          <a:endParaRPr lang="en-US" sz="1000" dirty="0"/>
        </a:p>
      </dgm:t>
    </dgm:pt>
    <dgm:pt modelId="{2AE1BAF9-6A6E-4C17-BBD7-CA138A64A0B0}" type="parTrans" cxnId="{B2973201-1222-4C5A-8EE6-2D82C2986B27}">
      <dgm:prSet/>
      <dgm:spPr/>
      <dgm:t>
        <a:bodyPr/>
        <a:lstStyle/>
        <a:p>
          <a:endParaRPr lang="en-US"/>
        </a:p>
      </dgm:t>
    </dgm:pt>
    <dgm:pt modelId="{4DFE1584-A0C6-4695-811C-63AA2AC0D349}" type="sibTrans" cxnId="{B2973201-1222-4C5A-8EE6-2D82C2986B27}">
      <dgm:prSet/>
      <dgm:spPr/>
      <dgm:t>
        <a:bodyPr/>
        <a:lstStyle/>
        <a:p>
          <a:endParaRPr lang="en-US"/>
        </a:p>
      </dgm:t>
    </dgm:pt>
    <dgm:pt modelId="{7962BBAE-4493-4AAE-8B67-A87722F0F084}">
      <dgm:prSet custT="1"/>
      <dgm:spPr/>
      <dgm:t>
        <a:bodyPr/>
        <a:lstStyle/>
        <a:p>
          <a:r>
            <a:rPr lang="es-BO" sz="1000" b="0" i="0" baseline="0" dirty="0"/>
            <a:t>Construcción del Modelo </a:t>
          </a:r>
          <a:r>
            <a:rPr lang="es-BO" sz="1000" b="1" i="0" baseline="0" dirty="0"/>
            <a:t>Conceptual:</a:t>
          </a:r>
          <a:r>
            <a:rPr lang="es-BO" sz="1000" b="0" i="0" baseline="0" dirty="0"/>
            <a:t> Crear una representación abstracta del sistema.</a:t>
          </a:r>
          <a:endParaRPr lang="en-US" sz="1000" dirty="0"/>
        </a:p>
      </dgm:t>
    </dgm:pt>
    <dgm:pt modelId="{6251DE8F-987A-48C8-B171-8E3AF2A6B34F}" type="parTrans" cxnId="{8AAA5F56-1459-48F9-8AED-8385284424CF}">
      <dgm:prSet/>
      <dgm:spPr/>
      <dgm:t>
        <a:bodyPr/>
        <a:lstStyle/>
        <a:p>
          <a:endParaRPr lang="en-US"/>
        </a:p>
      </dgm:t>
    </dgm:pt>
    <dgm:pt modelId="{E5EE3427-B90B-4554-8B5E-300293837A33}" type="sibTrans" cxnId="{8AAA5F56-1459-48F9-8AED-8385284424CF}">
      <dgm:prSet/>
      <dgm:spPr/>
      <dgm:t>
        <a:bodyPr/>
        <a:lstStyle/>
        <a:p>
          <a:endParaRPr lang="en-US"/>
        </a:p>
      </dgm:t>
    </dgm:pt>
    <dgm:pt modelId="{EEC463C2-E806-4F5F-8D1C-C6819822142B}">
      <dgm:prSet custT="1"/>
      <dgm:spPr/>
      <dgm:t>
        <a:bodyPr/>
        <a:lstStyle/>
        <a:p>
          <a:r>
            <a:rPr lang="es-BO" sz="1000" b="1" i="0" baseline="0" dirty="0"/>
            <a:t>Formulación del Modelo Matemático:</a:t>
          </a:r>
          <a:r>
            <a:rPr lang="es-BO" sz="1000" b="0" i="0" baseline="0" dirty="0"/>
            <a:t> Traducir el modelo conceptual en ecuaciones y algoritmos.</a:t>
          </a:r>
          <a:endParaRPr lang="en-US" sz="1000" dirty="0"/>
        </a:p>
      </dgm:t>
    </dgm:pt>
    <dgm:pt modelId="{38ED4CDF-CBAE-4B4E-BFC4-B1626ABCBD46}" type="parTrans" cxnId="{BEF23F9F-7B6E-40A3-8978-87173D3D29BF}">
      <dgm:prSet/>
      <dgm:spPr/>
      <dgm:t>
        <a:bodyPr/>
        <a:lstStyle/>
        <a:p>
          <a:endParaRPr lang="en-US"/>
        </a:p>
      </dgm:t>
    </dgm:pt>
    <dgm:pt modelId="{EAC67389-A961-4CD8-A33D-D27088B1C405}" type="sibTrans" cxnId="{BEF23F9F-7B6E-40A3-8978-87173D3D29BF}">
      <dgm:prSet/>
      <dgm:spPr/>
      <dgm:t>
        <a:bodyPr/>
        <a:lstStyle/>
        <a:p>
          <a:endParaRPr lang="en-US"/>
        </a:p>
      </dgm:t>
    </dgm:pt>
    <dgm:pt modelId="{784B1188-47F1-4012-942D-7645B3FA4E5D}">
      <dgm:prSet custT="1"/>
      <dgm:spPr/>
      <dgm:t>
        <a:bodyPr/>
        <a:lstStyle/>
        <a:p>
          <a:r>
            <a:rPr lang="es-BO" sz="1000" b="1" i="0" baseline="0" dirty="0"/>
            <a:t>Implementación del Modelo:</a:t>
          </a:r>
          <a:r>
            <a:rPr lang="es-BO" sz="1000" b="0" i="0" baseline="0" dirty="0"/>
            <a:t> Programar el modelo en un software de simulación.</a:t>
          </a:r>
          <a:endParaRPr lang="en-US" sz="1000" dirty="0"/>
        </a:p>
      </dgm:t>
    </dgm:pt>
    <dgm:pt modelId="{1021E20A-DF8C-4757-8025-43CCC04C6199}" type="parTrans" cxnId="{9CFC8F19-FF5A-477B-8662-FE98D4D52A0D}">
      <dgm:prSet/>
      <dgm:spPr/>
      <dgm:t>
        <a:bodyPr/>
        <a:lstStyle/>
        <a:p>
          <a:endParaRPr lang="en-US"/>
        </a:p>
      </dgm:t>
    </dgm:pt>
    <dgm:pt modelId="{90D7D898-0C63-4CC8-8ACD-53C1A0541D28}" type="sibTrans" cxnId="{9CFC8F19-FF5A-477B-8662-FE98D4D52A0D}">
      <dgm:prSet/>
      <dgm:spPr/>
      <dgm:t>
        <a:bodyPr/>
        <a:lstStyle/>
        <a:p>
          <a:endParaRPr lang="en-US"/>
        </a:p>
      </dgm:t>
    </dgm:pt>
    <dgm:pt modelId="{1E87626B-DE01-45BC-98A3-DC70E790AE0F}">
      <dgm:prSet custT="1"/>
      <dgm:spPr/>
      <dgm:t>
        <a:bodyPr/>
        <a:lstStyle/>
        <a:p>
          <a:r>
            <a:rPr lang="es-BO" sz="1000" b="1" i="0" baseline="0" dirty="0"/>
            <a:t>Verificación y Validación:</a:t>
          </a:r>
          <a:r>
            <a:rPr lang="es-BO" sz="1000" b="0" i="0" baseline="0" dirty="0"/>
            <a:t> Asegurar que el modelo funciona correctamente y representa adecuadamente el sistema real.</a:t>
          </a:r>
          <a:endParaRPr lang="en-US" sz="1000" dirty="0"/>
        </a:p>
      </dgm:t>
    </dgm:pt>
    <dgm:pt modelId="{83405686-967C-43DC-82FD-DAE0DD216832}" type="parTrans" cxnId="{39173BE0-BE5E-4580-AA3B-4CB575BB193E}">
      <dgm:prSet/>
      <dgm:spPr/>
      <dgm:t>
        <a:bodyPr/>
        <a:lstStyle/>
        <a:p>
          <a:endParaRPr lang="en-US"/>
        </a:p>
      </dgm:t>
    </dgm:pt>
    <dgm:pt modelId="{D65DDE5B-848D-4D05-99F7-10B37C9F0C73}" type="sibTrans" cxnId="{39173BE0-BE5E-4580-AA3B-4CB575BB193E}">
      <dgm:prSet/>
      <dgm:spPr/>
      <dgm:t>
        <a:bodyPr/>
        <a:lstStyle/>
        <a:p>
          <a:endParaRPr lang="en-US"/>
        </a:p>
      </dgm:t>
    </dgm:pt>
    <dgm:pt modelId="{4C28F39E-9553-4297-AB2E-DF9C894B1122}">
      <dgm:prSet custT="1"/>
      <dgm:spPr/>
      <dgm:t>
        <a:bodyPr/>
        <a:lstStyle/>
        <a:p>
          <a:r>
            <a:rPr lang="es-BO" sz="1000" b="1" i="0" baseline="0" dirty="0"/>
            <a:t>Experimentación:</a:t>
          </a:r>
          <a:r>
            <a:rPr lang="es-BO" sz="1000" b="0" i="0" baseline="0" dirty="0"/>
            <a:t> Ejecutar el modelo bajo diferentes escenarios y analizar los resultados.</a:t>
          </a:r>
          <a:endParaRPr lang="en-US" sz="1000" dirty="0"/>
        </a:p>
      </dgm:t>
    </dgm:pt>
    <dgm:pt modelId="{D2759D23-B2F4-46C7-9F84-94670792541C}" type="parTrans" cxnId="{BA9A7853-CACF-4B78-9831-C63BF33278BA}">
      <dgm:prSet/>
      <dgm:spPr/>
      <dgm:t>
        <a:bodyPr/>
        <a:lstStyle/>
        <a:p>
          <a:endParaRPr lang="en-US"/>
        </a:p>
      </dgm:t>
    </dgm:pt>
    <dgm:pt modelId="{B4208410-6F1C-49EA-8465-73096311B315}" type="sibTrans" cxnId="{BA9A7853-CACF-4B78-9831-C63BF33278BA}">
      <dgm:prSet/>
      <dgm:spPr/>
      <dgm:t>
        <a:bodyPr/>
        <a:lstStyle/>
        <a:p>
          <a:endParaRPr lang="en-US"/>
        </a:p>
      </dgm:t>
    </dgm:pt>
    <dgm:pt modelId="{CE53137E-D8E3-4227-862D-96E8B80AFEEA}">
      <dgm:prSet custT="1"/>
      <dgm:spPr/>
      <dgm:t>
        <a:bodyPr/>
        <a:lstStyle/>
        <a:p>
          <a:r>
            <a:rPr lang="es-BO" sz="1000" b="1" i="0" baseline="0" dirty="0"/>
            <a:t>Documentación y Presentación:</a:t>
          </a:r>
          <a:r>
            <a:rPr lang="es-BO" sz="1000" b="0" i="0" baseline="0" dirty="0"/>
            <a:t> Registrar el proceso y los hallazgos para comunicar los resultados. </a:t>
          </a:r>
          <a:endParaRPr lang="en-US" sz="1000" dirty="0"/>
        </a:p>
      </dgm:t>
    </dgm:pt>
    <dgm:pt modelId="{9151731C-F1FE-4470-816F-E670E00F14F0}" type="parTrans" cxnId="{13A643A3-33A8-4E10-8229-364249DFE5B7}">
      <dgm:prSet/>
      <dgm:spPr/>
      <dgm:t>
        <a:bodyPr/>
        <a:lstStyle/>
        <a:p>
          <a:endParaRPr lang="en-US"/>
        </a:p>
      </dgm:t>
    </dgm:pt>
    <dgm:pt modelId="{3EE797C6-DAF6-4B62-A337-2FEDDA06E661}" type="sibTrans" cxnId="{13A643A3-33A8-4E10-8229-364249DFE5B7}">
      <dgm:prSet/>
      <dgm:spPr/>
      <dgm:t>
        <a:bodyPr/>
        <a:lstStyle/>
        <a:p>
          <a:endParaRPr lang="en-US"/>
        </a:p>
      </dgm:t>
    </dgm:pt>
    <dgm:pt modelId="{6D2C015A-1CEE-421E-A7D6-6B8FD9BE9B3B}" type="pres">
      <dgm:prSet presAssocID="{E11113F3-5FC0-44BE-9426-F7F075F5F477}" presName="compositeShape" presStyleCnt="0">
        <dgm:presLayoutVars>
          <dgm:chMax val="7"/>
          <dgm:dir/>
          <dgm:resizeHandles val="exact"/>
        </dgm:presLayoutVars>
      </dgm:prSet>
      <dgm:spPr/>
    </dgm:pt>
    <dgm:pt modelId="{43FD2E63-67F9-48DC-A90C-B1E3D6FD8C3D}" type="pres">
      <dgm:prSet presAssocID="{E11113F3-5FC0-44BE-9426-F7F075F5F477}" presName="wedge1" presStyleLbl="node1" presStyleIdx="0" presStyleCnt="7"/>
      <dgm:spPr/>
    </dgm:pt>
    <dgm:pt modelId="{4D9538AD-EA4E-4D35-80BB-14E2311C1B13}" type="pres">
      <dgm:prSet presAssocID="{E11113F3-5FC0-44BE-9426-F7F075F5F477}" presName="dummy1a" presStyleCnt="0"/>
      <dgm:spPr/>
    </dgm:pt>
    <dgm:pt modelId="{2446A69F-BFC8-4AE3-9AC9-A5D307FA656F}" type="pres">
      <dgm:prSet presAssocID="{E11113F3-5FC0-44BE-9426-F7F075F5F477}" presName="dummy1b" presStyleCnt="0"/>
      <dgm:spPr/>
    </dgm:pt>
    <dgm:pt modelId="{DF7E4395-ED41-48B5-A863-DDC001E83AD2}" type="pres">
      <dgm:prSet presAssocID="{E11113F3-5FC0-44BE-9426-F7F075F5F477}" presName="wedge1Tx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011AF7DE-4952-4014-BB15-E675308A1D76}" type="pres">
      <dgm:prSet presAssocID="{E11113F3-5FC0-44BE-9426-F7F075F5F477}" presName="wedge2" presStyleLbl="node1" presStyleIdx="1" presStyleCnt="7"/>
      <dgm:spPr/>
    </dgm:pt>
    <dgm:pt modelId="{EA569EEB-0CC5-4892-9F97-DE8A25057CEE}" type="pres">
      <dgm:prSet presAssocID="{E11113F3-5FC0-44BE-9426-F7F075F5F477}" presName="dummy2a" presStyleCnt="0"/>
      <dgm:spPr/>
    </dgm:pt>
    <dgm:pt modelId="{77338B41-1841-4B96-B756-E2FFDE0413C6}" type="pres">
      <dgm:prSet presAssocID="{E11113F3-5FC0-44BE-9426-F7F075F5F477}" presName="dummy2b" presStyleCnt="0"/>
      <dgm:spPr/>
    </dgm:pt>
    <dgm:pt modelId="{92D729D1-203E-47BF-916F-200068DD266B}" type="pres">
      <dgm:prSet presAssocID="{E11113F3-5FC0-44BE-9426-F7F075F5F477}" presName="wedge2Tx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821A2C17-79F7-4C00-884D-C31CEF1713F4}" type="pres">
      <dgm:prSet presAssocID="{E11113F3-5FC0-44BE-9426-F7F075F5F477}" presName="wedge3" presStyleLbl="node1" presStyleIdx="2" presStyleCnt="7"/>
      <dgm:spPr/>
    </dgm:pt>
    <dgm:pt modelId="{76871895-D760-48A5-A04A-BBA2A0178BA4}" type="pres">
      <dgm:prSet presAssocID="{E11113F3-5FC0-44BE-9426-F7F075F5F477}" presName="dummy3a" presStyleCnt="0"/>
      <dgm:spPr/>
    </dgm:pt>
    <dgm:pt modelId="{24A798E7-7644-4506-A7F8-626BD230B1C5}" type="pres">
      <dgm:prSet presAssocID="{E11113F3-5FC0-44BE-9426-F7F075F5F477}" presName="dummy3b" presStyleCnt="0"/>
      <dgm:spPr/>
    </dgm:pt>
    <dgm:pt modelId="{4262A0AE-7CA9-40BF-B1DB-F8B5A1B70CF9}" type="pres">
      <dgm:prSet presAssocID="{E11113F3-5FC0-44BE-9426-F7F075F5F477}" presName="wedge3Tx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1EB7CDA7-CD99-4E9D-9D4E-89208F25BE6B}" type="pres">
      <dgm:prSet presAssocID="{E11113F3-5FC0-44BE-9426-F7F075F5F477}" presName="wedge4" presStyleLbl="node1" presStyleIdx="3" presStyleCnt="7"/>
      <dgm:spPr/>
    </dgm:pt>
    <dgm:pt modelId="{23CB80ED-383E-4906-8692-A1921E7CBBDE}" type="pres">
      <dgm:prSet presAssocID="{E11113F3-5FC0-44BE-9426-F7F075F5F477}" presName="dummy4a" presStyleCnt="0"/>
      <dgm:spPr/>
    </dgm:pt>
    <dgm:pt modelId="{8788F922-502B-4C12-A3EB-DA5F43796529}" type="pres">
      <dgm:prSet presAssocID="{E11113F3-5FC0-44BE-9426-F7F075F5F477}" presName="dummy4b" presStyleCnt="0"/>
      <dgm:spPr/>
    </dgm:pt>
    <dgm:pt modelId="{4F1B96C6-1CC9-41A7-8FBC-BBBAB4DA8B30}" type="pres">
      <dgm:prSet presAssocID="{E11113F3-5FC0-44BE-9426-F7F075F5F477}" presName="wedge4Tx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595B3539-12C3-43EA-AF3F-9BD8DDBD3CF7}" type="pres">
      <dgm:prSet presAssocID="{E11113F3-5FC0-44BE-9426-F7F075F5F477}" presName="wedge5" presStyleLbl="node1" presStyleIdx="4" presStyleCnt="7"/>
      <dgm:spPr/>
    </dgm:pt>
    <dgm:pt modelId="{217BDCD3-759E-4058-BB16-6002C21EDC16}" type="pres">
      <dgm:prSet presAssocID="{E11113F3-5FC0-44BE-9426-F7F075F5F477}" presName="dummy5a" presStyleCnt="0"/>
      <dgm:spPr/>
    </dgm:pt>
    <dgm:pt modelId="{086AD0DC-718C-495E-B3A7-7371A58BCD3E}" type="pres">
      <dgm:prSet presAssocID="{E11113F3-5FC0-44BE-9426-F7F075F5F477}" presName="dummy5b" presStyleCnt="0"/>
      <dgm:spPr/>
    </dgm:pt>
    <dgm:pt modelId="{ACA42B21-EA53-4A75-8647-941AA6CF24B5}" type="pres">
      <dgm:prSet presAssocID="{E11113F3-5FC0-44BE-9426-F7F075F5F477}" presName="wedge5Tx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DB367D4F-0A27-4A6F-B885-FF61A4F2CAAF}" type="pres">
      <dgm:prSet presAssocID="{E11113F3-5FC0-44BE-9426-F7F075F5F477}" presName="wedge6" presStyleLbl="node1" presStyleIdx="5" presStyleCnt="7" custScaleX="88957" custScaleY="95262"/>
      <dgm:spPr/>
    </dgm:pt>
    <dgm:pt modelId="{4C27D432-B5C4-4A4A-9F38-09EB9C46EB3C}" type="pres">
      <dgm:prSet presAssocID="{E11113F3-5FC0-44BE-9426-F7F075F5F477}" presName="dummy6a" presStyleCnt="0"/>
      <dgm:spPr/>
    </dgm:pt>
    <dgm:pt modelId="{8029B029-5CA7-4B05-BD03-2ABE9F02010C}" type="pres">
      <dgm:prSet presAssocID="{E11113F3-5FC0-44BE-9426-F7F075F5F477}" presName="dummy6b" presStyleCnt="0"/>
      <dgm:spPr/>
    </dgm:pt>
    <dgm:pt modelId="{C685BF39-72A2-4820-9A3C-44D43C73D0A1}" type="pres">
      <dgm:prSet presAssocID="{E11113F3-5FC0-44BE-9426-F7F075F5F477}" presName="wedge6Tx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173BD250-CABD-420E-84ED-F21D6CFE191A}" type="pres">
      <dgm:prSet presAssocID="{E11113F3-5FC0-44BE-9426-F7F075F5F477}" presName="wedge7" presStyleLbl="node1" presStyleIdx="6" presStyleCnt="7"/>
      <dgm:spPr/>
    </dgm:pt>
    <dgm:pt modelId="{1D71A727-ED29-436E-B5D0-0C0E4A3FC3E3}" type="pres">
      <dgm:prSet presAssocID="{E11113F3-5FC0-44BE-9426-F7F075F5F477}" presName="dummy7a" presStyleCnt="0"/>
      <dgm:spPr/>
    </dgm:pt>
    <dgm:pt modelId="{08FEECD3-3CC4-4263-9466-31103B37FE81}" type="pres">
      <dgm:prSet presAssocID="{E11113F3-5FC0-44BE-9426-F7F075F5F477}" presName="dummy7b" presStyleCnt="0"/>
      <dgm:spPr/>
    </dgm:pt>
    <dgm:pt modelId="{E1EF5CE0-C484-4A96-AE6D-5ED08B12EC25}" type="pres">
      <dgm:prSet presAssocID="{E11113F3-5FC0-44BE-9426-F7F075F5F477}" presName="wedge7Tx" presStyleLbl="node1" presStyleIdx="6" presStyleCnt="7">
        <dgm:presLayoutVars>
          <dgm:chMax val="0"/>
          <dgm:chPref val="0"/>
          <dgm:bulletEnabled val="1"/>
        </dgm:presLayoutVars>
      </dgm:prSet>
      <dgm:spPr/>
    </dgm:pt>
    <dgm:pt modelId="{0BADE51B-C6DA-4830-9FCD-11E6E99EA66C}" type="pres">
      <dgm:prSet presAssocID="{4DFE1584-A0C6-4695-811C-63AA2AC0D349}" presName="arrowWedge1" presStyleLbl="fgSibTrans2D1" presStyleIdx="0" presStyleCnt="7"/>
      <dgm:spPr/>
    </dgm:pt>
    <dgm:pt modelId="{EB8BBE81-16F5-47F7-9F57-C86CAE2D0976}" type="pres">
      <dgm:prSet presAssocID="{E5EE3427-B90B-4554-8B5E-300293837A33}" presName="arrowWedge2" presStyleLbl="fgSibTrans2D1" presStyleIdx="1" presStyleCnt="7"/>
      <dgm:spPr/>
    </dgm:pt>
    <dgm:pt modelId="{610C4AFC-1B90-47F3-A60C-058DD0CC1F2E}" type="pres">
      <dgm:prSet presAssocID="{EAC67389-A961-4CD8-A33D-D27088B1C405}" presName="arrowWedge3" presStyleLbl="fgSibTrans2D1" presStyleIdx="2" presStyleCnt="7"/>
      <dgm:spPr/>
    </dgm:pt>
    <dgm:pt modelId="{7BF48E9A-5F64-4CC1-9BE3-CD6E46113C3D}" type="pres">
      <dgm:prSet presAssocID="{90D7D898-0C63-4CC8-8ACD-53C1A0541D28}" presName="arrowWedge4" presStyleLbl="fgSibTrans2D1" presStyleIdx="3" presStyleCnt="7"/>
      <dgm:spPr/>
    </dgm:pt>
    <dgm:pt modelId="{EB047EBF-116F-4B52-A1BE-B757D2A08EAE}" type="pres">
      <dgm:prSet presAssocID="{D65DDE5B-848D-4D05-99F7-10B37C9F0C73}" presName="arrowWedge5" presStyleLbl="fgSibTrans2D1" presStyleIdx="4" presStyleCnt="7"/>
      <dgm:spPr/>
    </dgm:pt>
    <dgm:pt modelId="{ACBD7682-FDCC-4824-88FA-0F54A02E4B92}" type="pres">
      <dgm:prSet presAssocID="{B4208410-6F1C-49EA-8465-73096311B315}" presName="arrowWedge6" presStyleLbl="fgSibTrans2D1" presStyleIdx="5" presStyleCnt="7"/>
      <dgm:spPr/>
    </dgm:pt>
    <dgm:pt modelId="{21A5D924-568E-477E-AC6A-6D9C07383188}" type="pres">
      <dgm:prSet presAssocID="{3EE797C6-DAF6-4B62-A337-2FEDDA06E661}" presName="arrowWedge7" presStyleLbl="fgSibTrans2D1" presStyleIdx="6" presStyleCnt="7"/>
      <dgm:spPr/>
    </dgm:pt>
  </dgm:ptLst>
  <dgm:cxnLst>
    <dgm:cxn modelId="{B2973201-1222-4C5A-8EE6-2D82C2986B27}" srcId="{E11113F3-5FC0-44BE-9426-F7F075F5F477}" destId="{CE394E3F-4CDA-4E39-BBFC-275E9CB53E52}" srcOrd="0" destOrd="0" parTransId="{2AE1BAF9-6A6E-4C17-BBD7-CA138A64A0B0}" sibTransId="{4DFE1584-A0C6-4695-811C-63AA2AC0D349}"/>
    <dgm:cxn modelId="{9E03F414-C685-4FD0-B8AE-10AD3E16DA92}" type="presOf" srcId="{7962BBAE-4493-4AAE-8B67-A87722F0F084}" destId="{92D729D1-203E-47BF-916F-200068DD266B}" srcOrd="1" destOrd="0" presId="urn:microsoft.com/office/officeart/2005/8/layout/cycle8"/>
    <dgm:cxn modelId="{048A3E18-0348-4A1D-9C65-36E0C725C576}" type="presOf" srcId="{CE53137E-D8E3-4227-862D-96E8B80AFEEA}" destId="{173BD250-CABD-420E-84ED-F21D6CFE191A}" srcOrd="0" destOrd="0" presId="urn:microsoft.com/office/officeart/2005/8/layout/cycle8"/>
    <dgm:cxn modelId="{9CFC8F19-FF5A-477B-8662-FE98D4D52A0D}" srcId="{E11113F3-5FC0-44BE-9426-F7F075F5F477}" destId="{784B1188-47F1-4012-942D-7645B3FA4E5D}" srcOrd="3" destOrd="0" parTransId="{1021E20A-DF8C-4757-8025-43CCC04C6199}" sibTransId="{90D7D898-0C63-4CC8-8ACD-53C1A0541D28}"/>
    <dgm:cxn modelId="{6B1BFB38-95D5-4C1E-BA11-127A6726AACA}" type="presOf" srcId="{EEC463C2-E806-4F5F-8D1C-C6819822142B}" destId="{4262A0AE-7CA9-40BF-B1DB-F8B5A1B70CF9}" srcOrd="1" destOrd="0" presId="urn:microsoft.com/office/officeart/2005/8/layout/cycle8"/>
    <dgm:cxn modelId="{30AF4848-87ED-41AA-8F5B-3A582288C050}" type="presOf" srcId="{1E87626B-DE01-45BC-98A3-DC70E790AE0F}" destId="{595B3539-12C3-43EA-AF3F-9BD8DDBD3CF7}" srcOrd="0" destOrd="0" presId="urn:microsoft.com/office/officeart/2005/8/layout/cycle8"/>
    <dgm:cxn modelId="{45DD9848-4ABF-4F79-B0CA-2581CFB1E76E}" type="presOf" srcId="{7962BBAE-4493-4AAE-8B67-A87722F0F084}" destId="{011AF7DE-4952-4014-BB15-E675308A1D76}" srcOrd="0" destOrd="0" presId="urn:microsoft.com/office/officeart/2005/8/layout/cycle8"/>
    <dgm:cxn modelId="{981BD048-C8A1-4E3A-A646-737601D0AB4B}" type="presOf" srcId="{4C28F39E-9553-4297-AB2E-DF9C894B1122}" destId="{C685BF39-72A2-4820-9A3C-44D43C73D0A1}" srcOrd="1" destOrd="0" presId="urn:microsoft.com/office/officeart/2005/8/layout/cycle8"/>
    <dgm:cxn modelId="{5CE20E4A-DABA-4FE3-9BA7-34B3590B09FD}" type="presOf" srcId="{1E87626B-DE01-45BC-98A3-DC70E790AE0F}" destId="{ACA42B21-EA53-4A75-8647-941AA6CF24B5}" srcOrd="1" destOrd="0" presId="urn:microsoft.com/office/officeart/2005/8/layout/cycle8"/>
    <dgm:cxn modelId="{BA9A7853-CACF-4B78-9831-C63BF33278BA}" srcId="{E11113F3-5FC0-44BE-9426-F7F075F5F477}" destId="{4C28F39E-9553-4297-AB2E-DF9C894B1122}" srcOrd="5" destOrd="0" parTransId="{D2759D23-B2F4-46C7-9F84-94670792541C}" sibTransId="{B4208410-6F1C-49EA-8465-73096311B315}"/>
    <dgm:cxn modelId="{8AAA5F56-1459-48F9-8AED-8385284424CF}" srcId="{E11113F3-5FC0-44BE-9426-F7F075F5F477}" destId="{7962BBAE-4493-4AAE-8B67-A87722F0F084}" srcOrd="1" destOrd="0" parTransId="{6251DE8F-987A-48C8-B171-8E3AF2A6B34F}" sibTransId="{E5EE3427-B90B-4554-8B5E-300293837A33}"/>
    <dgm:cxn modelId="{B54B0E58-6CDA-4AB7-9C8F-258E1868DBEC}" type="presOf" srcId="{4C28F39E-9553-4297-AB2E-DF9C894B1122}" destId="{DB367D4F-0A27-4A6F-B885-FF61A4F2CAAF}" srcOrd="0" destOrd="0" presId="urn:microsoft.com/office/officeart/2005/8/layout/cycle8"/>
    <dgm:cxn modelId="{B3EF3091-2899-4F0F-8A88-170071E3E0D4}" type="presOf" srcId="{CE53137E-D8E3-4227-862D-96E8B80AFEEA}" destId="{E1EF5CE0-C484-4A96-AE6D-5ED08B12EC25}" srcOrd="1" destOrd="0" presId="urn:microsoft.com/office/officeart/2005/8/layout/cycle8"/>
    <dgm:cxn modelId="{EF49E591-D0E7-4F4F-B02A-72A950DEBB71}" type="presOf" srcId="{E11113F3-5FC0-44BE-9426-F7F075F5F477}" destId="{6D2C015A-1CEE-421E-A7D6-6B8FD9BE9B3B}" srcOrd="0" destOrd="0" presId="urn:microsoft.com/office/officeart/2005/8/layout/cycle8"/>
    <dgm:cxn modelId="{88C3FE9D-0179-4F9A-9B3E-DA7DCCC01206}" type="presOf" srcId="{CE394E3F-4CDA-4E39-BBFC-275E9CB53E52}" destId="{43FD2E63-67F9-48DC-A90C-B1E3D6FD8C3D}" srcOrd="0" destOrd="0" presId="urn:microsoft.com/office/officeart/2005/8/layout/cycle8"/>
    <dgm:cxn modelId="{BEF23F9F-7B6E-40A3-8978-87173D3D29BF}" srcId="{E11113F3-5FC0-44BE-9426-F7F075F5F477}" destId="{EEC463C2-E806-4F5F-8D1C-C6819822142B}" srcOrd="2" destOrd="0" parTransId="{38ED4CDF-CBAE-4B4E-BFC4-B1626ABCBD46}" sibTransId="{EAC67389-A961-4CD8-A33D-D27088B1C405}"/>
    <dgm:cxn modelId="{2C7827A3-480D-4A32-A3B2-38C9729D8A75}" type="presOf" srcId="{CE394E3F-4CDA-4E39-BBFC-275E9CB53E52}" destId="{DF7E4395-ED41-48B5-A863-DDC001E83AD2}" srcOrd="1" destOrd="0" presId="urn:microsoft.com/office/officeart/2005/8/layout/cycle8"/>
    <dgm:cxn modelId="{13A643A3-33A8-4E10-8229-364249DFE5B7}" srcId="{E11113F3-5FC0-44BE-9426-F7F075F5F477}" destId="{CE53137E-D8E3-4227-862D-96E8B80AFEEA}" srcOrd="6" destOrd="0" parTransId="{9151731C-F1FE-4470-816F-E670E00F14F0}" sibTransId="{3EE797C6-DAF6-4B62-A337-2FEDDA06E661}"/>
    <dgm:cxn modelId="{603ECDA8-ACB3-466A-898B-CF4AF5BDFB7B}" type="presOf" srcId="{EEC463C2-E806-4F5F-8D1C-C6819822142B}" destId="{821A2C17-79F7-4C00-884D-C31CEF1713F4}" srcOrd="0" destOrd="0" presId="urn:microsoft.com/office/officeart/2005/8/layout/cycle8"/>
    <dgm:cxn modelId="{38E0D8B0-8E14-4794-97CE-BBF2B748E5B8}" type="presOf" srcId="{784B1188-47F1-4012-942D-7645B3FA4E5D}" destId="{1EB7CDA7-CD99-4E9D-9D4E-89208F25BE6B}" srcOrd="0" destOrd="0" presId="urn:microsoft.com/office/officeart/2005/8/layout/cycle8"/>
    <dgm:cxn modelId="{39173BE0-BE5E-4580-AA3B-4CB575BB193E}" srcId="{E11113F3-5FC0-44BE-9426-F7F075F5F477}" destId="{1E87626B-DE01-45BC-98A3-DC70E790AE0F}" srcOrd="4" destOrd="0" parTransId="{83405686-967C-43DC-82FD-DAE0DD216832}" sibTransId="{D65DDE5B-848D-4D05-99F7-10B37C9F0C73}"/>
    <dgm:cxn modelId="{C853F2E3-8B4A-412A-BBEC-7FC851B1286E}" type="presOf" srcId="{784B1188-47F1-4012-942D-7645B3FA4E5D}" destId="{4F1B96C6-1CC9-41A7-8FBC-BBBAB4DA8B30}" srcOrd="1" destOrd="0" presId="urn:microsoft.com/office/officeart/2005/8/layout/cycle8"/>
    <dgm:cxn modelId="{1D0F2178-3DE7-498D-A23E-192A0DC6A961}" type="presParOf" srcId="{6D2C015A-1CEE-421E-A7D6-6B8FD9BE9B3B}" destId="{43FD2E63-67F9-48DC-A90C-B1E3D6FD8C3D}" srcOrd="0" destOrd="0" presId="urn:microsoft.com/office/officeart/2005/8/layout/cycle8"/>
    <dgm:cxn modelId="{09CEE3F5-5526-48A2-B1A4-A4CB20AC6700}" type="presParOf" srcId="{6D2C015A-1CEE-421E-A7D6-6B8FD9BE9B3B}" destId="{4D9538AD-EA4E-4D35-80BB-14E2311C1B13}" srcOrd="1" destOrd="0" presId="urn:microsoft.com/office/officeart/2005/8/layout/cycle8"/>
    <dgm:cxn modelId="{310902EE-6AC4-4E37-AF1F-20842FD4C3C2}" type="presParOf" srcId="{6D2C015A-1CEE-421E-A7D6-6B8FD9BE9B3B}" destId="{2446A69F-BFC8-4AE3-9AC9-A5D307FA656F}" srcOrd="2" destOrd="0" presId="urn:microsoft.com/office/officeart/2005/8/layout/cycle8"/>
    <dgm:cxn modelId="{8411DD4C-8477-474A-996C-CDCC2BC46D14}" type="presParOf" srcId="{6D2C015A-1CEE-421E-A7D6-6B8FD9BE9B3B}" destId="{DF7E4395-ED41-48B5-A863-DDC001E83AD2}" srcOrd="3" destOrd="0" presId="urn:microsoft.com/office/officeart/2005/8/layout/cycle8"/>
    <dgm:cxn modelId="{27F49E2C-E787-4591-BDF7-06F4A8C2B2F1}" type="presParOf" srcId="{6D2C015A-1CEE-421E-A7D6-6B8FD9BE9B3B}" destId="{011AF7DE-4952-4014-BB15-E675308A1D76}" srcOrd="4" destOrd="0" presId="urn:microsoft.com/office/officeart/2005/8/layout/cycle8"/>
    <dgm:cxn modelId="{7DD11B82-B5A7-4DA3-B615-4E644C9EA599}" type="presParOf" srcId="{6D2C015A-1CEE-421E-A7D6-6B8FD9BE9B3B}" destId="{EA569EEB-0CC5-4892-9F97-DE8A25057CEE}" srcOrd="5" destOrd="0" presId="urn:microsoft.com/office/officeart/2005/8/layout/cycle8"/>
    <dgm:cxn modelId="{EFDB00A9-C23E-4F96-A59D-9577AF8EF2AA}" type="presParOf" srcId="{6D2C015A-1CEE-421E-A7D6-6B8FD9BE9B3B}" destId="{77338B41-1841-4B96-B756-E2FFDE0413C6}" srcOrd="6" destOrd="0" presId="urn:microsoft.com/office/officeart/2005/8/layout/cycle8"/>
    <dgm:cxn modelId="{105D2B95-97A2-4292-80DD-1D3B13EE5B59}" type="presParOf" srcId="{6D2C015A-1CEE-421E-A7D6-6B8FD9BE9B3B}" destId="{92D729D1-203E-47BF-916F-200068DD266B}" srcOrd="7" destOrd="0" presId="urn:microsoft.com/office/officeart/2005/8/layout/cycle8"/>
    <dgm:cxn modelId="{67AB2AF0-F08C-4E3F-9D16-CDBA7F163D77}" type="presParOf" srcId="{6D2C015A-1CEE-421E-A7D6-6B8FD9BE9B3B}" destId="{821A2C17-79F7-4C00-884D-C31CEF1713F4}" srcOrd="8" destOrd="0" presId="urn:microsoft.com/office/officeart/2005/8/layout/cycle8"/>
    <dgm:cxn modelId="{DEB7DA7E-69D1-4105-811A-C4C2132CD4BA}" type="presParOf" srcId="{6D2C015A-1CEE-421E-A7D6-6B8FD9BE9B3B}" destId="{76871895-D760-48A5-A04A-BBA2A0178BA4}" srcOrd="9" destOrd="0" presId="urn:microsoft.com/office/officeart/2005/8/layout/cycle8"/>
    <dgm:cxn modelId="{5CB4B49E-4297-4BBC-8694-582AF79A8F54}" type="presParOf" srcId="{6D2C015A-1CEE-421E-A7D6-6B8FD9BE9B3B}" destId="{24A798E7-7644-4506-A7F8-626BD230B1C5}" srcOrd="10" destOrd="0" presId="urn:microsoft.com/office/officeart/2005/8/layout/cycle8"/>
    <dgm:cxn modelId="{FE6C0B3A-8292-4CE5-8D2D-629E40566C15}" type="presParOf" srcId="{6D2C015A-1CEE-421E-A7D6-6B8FD9BE9B3B}" destId="{4262A0AE-7CA9-40BF-B1DB-F8B5A1B70CF9}" srcOrd="11" destOrd="0" presId="urn:microsoft.com/office/officeart/2005/8/layout/cycle8"/>
    <dgm:cxn modelId="{67479F7B-7F0A-43FB-AC22-4E1F126304F1}" type="presParOf" srcId="{6D2C015A-1CEE-421E-A7D6-6B8FD9BE9B3B}" destId="{1EB7CDA7-CD99-4E9D-9D4E-89208F25BE6B}" srcOrd="12" destOrd="0" presId="urn:microsoft.com/office/officeart/2005/8/layout/cycle8"/>
    <dgm:cxn modelId="{C0B9C097-25FA-4284-8CB1-88B6D583CDAE}" type="presParOf" srcId="{6D2C015A-1CEE-421E-A7D6-6B8FD9BE9B3B}" destId="{23CB80ED-383E-4906-8692-A1921E7CBBDE}" srcOrd="13" destOrd="0" presId="urn:microsoft.com/office/officeart/2005/8/layout/cycle8"/>
    <dgm:cxn modelId="{7442560A-EC2E-4E07-B8D3-247CD38A2C48}" type="presParOf" srcId="{6D2C015A-1CEE-421E-A7D6-6B8FD9BE9B3B}" destId="{8788F922-502B-4C12-A3EB-DA5F43796529}" srcOrd="14" destOrd="0" presId="urn:microsoft.com/office/officeart/2005/8/layout/cycle8"/>
    <dgm:cxn modelId="{4A7D45FE-2B5C-4F6E-9D25-6E0744745FA4}" type="presParOf" srcId="{6D2C015A-1CEE-421E-A7D6-6B8FD9BE9B3B}" destId="{4F1B96C6-1CC9-41A7-8FBC-BBBAB4DA8B30}" srcOrd="15" destOrd="0" presId="urn:microsoft.com/office/officeart/2005/8/layout/cycle8"/>
    <dgm:cxn modelId="{601AB389-F86D-4067-B9C3-E66856C5354A}" type="presParOf" srcId="{6D2C015A-1CEE-421E-A7D6-6B8FD9BE9B3B}" destId="{595B3539-12C3-43EA-AF3F-9BD8DDBD3CF7}" srcOrd="16" destOrd="0" presId="urn:microsoft.com/office/officeart/2005/8/layout/cycle8"/>
    <dgm:cxn modelId="{B3692820-5BCF-4148-B7DB-77EBE8DB4ED3}" type="presParOf" srcId="{6D2C015A-1CEE-421E-A7D6-6B8FD9BE9B3B}" destId="{217BDCD3-759E-4058-BB16-6002C21EDC16}" srcOrd="17" destOrd="0" presId="urn:microsoft.com/office/officeart/2005/8/layout/cycle8"/>
    <dgm:cxn modelId="{5CB55137-E74C-4D4C-9272-575087AAC5E1}" type="presParOf" srcId="{6D2C015A-1CEE-421E-A7D6-6B8FD9BE9B3B}" destId="{086AD0DC-718C-495E-B3A7-7371A58BCD3E}" srcOrd="18" destOrd="0" presId="urn:microsoft.com/office/officeart/2005/8/layout/cycle8"/>
    <dgm:cxn modelId="{BB48109B-B347-43A7-9D32-1226A64ED710}" type="presParOf" srcId="{6D2C015A-1CEE-421E-A7D6-6B8FD9BE9B3B}" destId="{ACA42B21-EA53-4A75-8647-941AA6CF24B5}" srcOrd="19" destOrd="0" presId="urn:microsoft.com/office/officeart/2005/8/layout/cycle8"/>
    <dgm:cxn modelId="{217111AA-8DE4-4F0D-9102-818AB6DD1C87}" type="presParOf" srcId="{6D2C015A-1CEE-421E-A7D6-6B8FD9BE9B3B}" destId="{DB367D4F-0A27-4A6F-B885-FF61A4F2CAAF}" srcOrd="20" destOrd="0" presId="urn:microsoft.com/office/officeart/2005/8/layout/cycle8"/>
    <dgm:cxn modelId="{378CA126-9939-42C1-BDB9-89654FE876B7}" type="presParOf" srcId="{6D2C015A-1CEE-421E-A7D6-6B8FD9BE9B3B}" destId="{4C27D432-B5C4-4A4A-9F38-09EB9C46EB3C}" srcOrd="21" destOrd="0" presId="urn:microsoft.com/office/officeart/2005/8/layout/cycle8"/>
    <dgm:cxn modelId="{9D5EE4CD-EC3A-444A-8367-788E59C34991}" type="presParOf" srcId="{6D2C015A-1CEE-421E-A7D6-6B8FD9BE9B3B}" destId="{8029B029-5CA7-4B05-BD03-2ABE9F02010C}" srcOrd="22" destOrd="0" presId="urn:microsoft.com/office/officeart/2005/8/layout/cycle8"/>
    <dgm:cxn modelId="{2EA32546-59E5-423C-BA33-D2B318FDD46B}" type="presParOf" srcId="{6D2C015A-1CEE-421E-A7D6-6B8FD9BE9B3B}" destId="{C685BF39-72A2-4820-9A3C-44D43C73D0A1}" srcOrd="23" destOrd="0" presId="urn:microsoft.com/office/officeart/2005/8/layout/cycle8"/>
    <dgm:cxn modelId="{7EF15A2D-9272-4F0F-8B6B-BB8EEEC7F604}" type="presParOf" srcId="{6D2C015A-1CEE-421E-A7D6-6B8FD9BE9B3B}" destId="{173BD250-CABD-420E-84ED-F21D6CFE191A}" srcOrd="24" destOrd="0" presId="urn:microsoft.com/office/officeart/2005/8/layout/cycle8"/>
    <dgm:cxn modelId="{D9C4B1D6-4C32-4528-A072-43ABF168908E}" type="presParOf" srcId="{6D2C015A-1CEE-421E-A7D6-6B8FD9BE9B3B}" destId="{1D71A727-ED29-436E-B5D0-0C0E4A3FC3E3}" srcOrd="25" destOrd="0" presId="urn:microsoft.com/office/officeart/2005/8/layout/cycle8"/>
    <dgm:cxn modelId="{189D1355-7BA3-43AE-9E58-253D69B5B257}" type="presParOf" srcId="{6D2C015A-1CEE-421E-A7D6-6B8FD9BE9B3B}" destId="{08FEECD3-3CC4-4263-9466-31103B37FE81}" srcOrd="26" destOrd="0" presId="urn:microsoft.com/office/officeart/2005/8/layout/cycle8"/>
    <dgm:cxn modelId="{F301C136-5B69-4B89-8FB1-E4F130CF1160}" type="presParOf" srcId="{6D2C015A-1CEE-421E-A7D6-6B8FD9BE9B3B}" destId="{E1EF5CE0-C484-4A96-AE6D-5ED08B12EC25}" srcOrd="27" destOrd="0" presId="urn:microsoft.com/office/officeart/2005/8/layout/cycle8"/>
    <dgm:cxn modelId="{B11A7E70-13D2-464D-A94C-436770A8E3F4}" type="presParOf" srcId="{6D2C015A-1CEE-421E-A7D6-6B8FD9BE9B3B}" destId="{0BADE51B-C6DA-4830-9FCD-11E6E99EA66C}" srcOrd="28" destOrd="0" presId="urn:microsoft.com/office/officeart/2005/8/layout/cycle8"/>
    <dgm:cxn modelId="{064531D9-D72B-4900-8640-534480217742}" type="presParOf" srcId="{6D2C015A-1CEE-421E-A7D6-6B8FD9BE9B3B}" destId="{EB8BBE81-16F5-47F7-9F57-C86CAE2D0976}" srcOrd="29" destOrd="0" presId="urn:microsoft.com/office/officeart/2005/8/layout/cycle8"/>
    <dgm:cxn modelId="{E6F70A5C-D63D-4336-B2D4-A48A8F339D82}" type="presParOf" srcId="{6D2C015A-1CEE-421E-A7D6-6B8FD9BE9B3B}" destId="{610C4AFC-1B90-47F3-A60C-058DD0CC1F2E}" srcOrd="30" destOrd="0" presId="urn:microsoft.com/office/officeart/2005/8/layout/cycle8"/>
    <dgm:cxn modelId="{5473418A-C8C5-4DF1-A1C6-36844D316FD0}" type="presParOf" srcId="{6D2C015A-1CEE-421E-A7D6-6B8FD9BE9B3B}" destId="{7BF48E9A-5F64-4CC1-9BE3-CD6E46113C3D}" srcOrd="31" destOrd="0" presId="urn:microsoft.com/office/officeart/2005/8/layout/cycle8"/>
    <dgm:cxn modelId="{A1FF6159-BCB7-4188-A593-47B4992D0FD9}" type="presParOf" srcId="{6D2C015A-1CEE-421E-A7D6-6B8FD9BE9B3B}" destId="{EB047EBF-116F-4B52-A1BE-B757D2A08EAE}" srcOrd="32" destOrd="0" presId="urn:microsoft.com/office/officeart/2005/8/layout/cycle8"/>
    <dgm:cxn modelId="{FE9C471C-A98D-4D4D-81FC-D223F7024C62}" type="presParOf" srcId="{6D2C015A-1CEE-421E-A7D6-6B8FD9BE9B3B}" destId="{ACBD7682-FDCC-4824-88FA-0F54A02E4B92}" srcOrd="33" destOrd="0" presId="urn:microsoft.com/office/officeart/2005/8/layout/cycle8"/>
    <dgm:cxn modelId="{2FB3CC03-712E-4731-8CD2-92EDCD74BEB8}" type="presParOf" srcId="{6D2C015A-1CEE-421E-A7D6-6B8FD9BE9B3B}" destId="{21A5D924-568E-477E-AC6A-6D9C07383188}" srcOrd="3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7F2842-5260-47AC-A7BB-9092D1CDF192}">
      <dsp:nvSpPr>
        <dsp:cNvPr id="0" name=""/>
        <dsp:cNvSpPr/>
      </dsp:nvSpPr>
      <dsp:spPr>
        <a:xfrm>
          <a:off x="726314" y="281684"/>
          <a:ext cx="580343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3BBC7C-F5A3-4EC2-A38F-A330AFEFC97D}">
      <dsp:nvSpPr>
        <dsp:cNvPr id="0" name=""/>
        <dsp:cNvSpPr/>
      </dsp:nvSpPr>
      <dsp:spPr>
        <a:xfrm>
          <a:off x="1341478" y="232971"/>
          <a:ext cx="66739" cy="125350"/>
        </a:xfrm>
        <a:prstGeom prst="chevron">
          <a:avLst>
            <a:gd name="adj" fmla="val 9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8AD384-38E3-4951-9F0F-AA7192472BD3}">
      <dsp:nvSpPr>
        <dsp:cNvPr id="0" name=""/>
        <dsp:cNvSpPr/>
      </dsp:nvSpPr>
      <dsp:spPr>
        <a:xfrm>
          <a:off x="388365" y="16314"/>
          <a:ext cx="530811" cy="53081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598" tIns="20598" rIns="20598" bIns="20598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1</a:t>
          </a:r>
        </a:p>
      </dsp:txBody>
      <dsp:txXfrm>
        <a:off x="466100" y="94049"/>
        <a:ext cx="375341" cy="375341"/>
      </dsp:txXfrm>
    </dsp:sp>
    <dsp:sp modelId="{02D045B0-55F1-42A2-98DB-6B44CBEF9FB2}">
      <dsp:nvSpPr>
        <dsp:cNvPr id="0" name=""/>
        <dsp:cNvSpPr/>
      </dsp:nvSpPr>
      <dsp:spPr>
        <a:xfrm>
          <a:off x="885" y="712723"/>
          <a:ext cx="1305772" cy="4668299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01" tIns="165100" rIns="103001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kern="1200" dirty="0"/>
            <a:t>Sistema: </a:t>
          </a:r>
          <a:r>
            <a:rPr lang="es-MX" sz="1100" kern="1200" dirty="0"/>
            <a:t>Se trata de un conjunto de elementos que se interrelacionan para funcionar como un todo; desde el punto de vista de la simulación, tales elementos deben tener una frontera clara. Por ejemplo, podemos hablar del sistema de atención a clientes en un banco, del sistema de inventarios de una empresa, o del sistema de atención en la sala de emergencia de un hospital. </a:t>
          </a:r>
          <a:endParaRPr lang="en-US" sz="1100" kern="1200" dirty="0"/>
        </a:p>
      </dsp:txBody>
      <dsp:txXfrm>
        <a:off x="885" y="973877"/>
        <a:ext cx="1305772" cy="4407145"/>
      </dsp:txXfrm>
    </dsp:sp>
    <dsp:sp modelId="{56380BEF-676D-4F3C-9336-CCD45B99203C}">
      <dsp:nvSpPr>
        <dsp:cNvPr id="0" name=""/>
        <dsp:cNvSpPr/>
      </dsp:nvSpPr>
      <dsp:spPr>
        <a:xfrm>
          <a:off x="1451743" y="281682"/>
          <a:ext cx="1305772" cy="7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228D89-DAB5-401A-982C-1E79B3E82EB0}">
      <dsp:nvSpPr>
        <dsp:cNvPr id="0" name=""/>
        <dsp:cNvSpPr/>
      </dsp:nvSpPr>
      <dsp:spPr>
        <a:xfrm>
          <a:off x="2792336" y="232969"/>
          <a:ext cx="66739" cy="125353"/>
        </a:xfrm>
        <a:prstGeom prst="chevron">
          <a:avLst>
            <a:gd name="adj" fmla="val 9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C866E8-DFA3-4029-A338-E3AA4ED254E3}">
      <dsp:nvSpPr>
        <dsp:cNvPr id="0" name=""/>
        <dsp:cNvSpPr/>
      </dsp:nvSpPr>
      <dsp:spPr>
        <a:xfrm>
          <a:off x="1839223" y="16312"/>
          <a:ext cx="530811" cy="530811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598" tIns="20598" rIns="20598" bIns="20598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2</a:t>
          </a:r>
        </a:p>
      </dsp:txBody>
      <dsp:txXfrm>
        <a:off x="1916958" y="94047"/>
        <a:ext cx="375341" cy="375341"/>
      </dsp:txXfrm>
    </dsp:sp>
    <dsp:sp modelId="{FE533313-862B-4863-911D-62384FEBAA73}">
      <dsp:nvSpPr>
        <dsp:cNvPr id="0" name=""/>
        <dsp:cNvSpPr/>
      </dsp:nvSpPr>
      <dsp:spPr>
        <a:xfrm>
          <a:off x="1451743" y="712723"/>
          <a:ext cx="1305772" cy="4668299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01" tIns="165100" rIns="103001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BO" sz="1100" b="1" kern="1200"/>
            <a:t>El estado del sistema: </a:t>
          </a:r>
          <a:r>
            <a:rPr lang="es-MX" sz="1100" kern="1200"/>
            <a:t>Es la condición que guarda el sistema bajo estudio en un momento de tiempo determinado</a:t>
          </a:r>
          <a:endParaRPr lang="en-US" sz="1100" kern="1200"/>
        </a:p>
      </dsp:txBody>
      <dsp:txXfrm>
        <a:off x="1451743" y="973877"/>
        <a:ext cx="1305772" cy="4407145"/>
      </dsp:txXfrm>
    </dsp:sp>
    <dsp:sp modelId="{066833CC-D735-4843-8697-B57A8BE99149}">
      <dsp:nvSpPr>
        <dsp:cNvPr id="0" name=""/>
        <dsp:cNvSpPr/>
      </dsp:nvSpPr>
      <dsp:spPr>
        <a:xfrm>
          <a:off x="2902601" y="281681"/>
          <a:ext cx="1305772" cy="71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61FC4F-809C-4CF4-9DA9-241DAA97942F}">
      <dsp:nvSpPr>
        <dsp:cNvPr id="0" name=""/>
        <dsp:cNvSpPr/>
      </dsp:nvSpPr>
      <dsp:spPr>
        <a:xfrm>
          <a:off x="4243194" y="232968"/>
          <a:ext cx="66739" cy="125353"/>
        </a:xfrm>
        <a:prstGeom prst="chevron">
          <a:avLst>
            <a:gd name="adj" fmla="val 9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F540A8-2B39-4988-B3F0-429E3D273D31}">
      <dsp:nvSpPr>
        <dsp:cNvPr id="0" name=""/>
        <dsp:cNvSpPr/>
      </dsp:nvSpPr>
      <dsp:spPr>
        <a:xfrm>
          <a:off x="3290081" y="16311"/>
          <a:ext cx="530811" cy="530811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598" tIns="20598" rIns="20598" bIns="20598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3</a:t>
          </a:r>
        </a:p>
      </dsp:txBody>
      <dsp:txXfrm>
        <a:off x="3367816" y="94046"/>
        <a:ext cx="375341" cy="375341"/>
      </dsp:txXfrm>
    </dsp:sp>
    <dsp:sp modelId="{790E9E4C-51CA-4873-95FF-BFA28236B6B2}">
      <dsp:nvSpPr>
        <dsp:cNvPr id="0" name=""/>
        <dsp:cNvSpPr/>
      </dsp:nvSpPr>
      <dsp:spPr>
        <a:xfrm>
          <a:off x="2902601" y="712723"/>
          <a:ext cx="1305772" cy="4668299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01" tIns="165100" rIns="103001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kern="1200"/>
            <a:t>Entidad:</a:t>
          </a:r>
          <a:r>
            <a:rPr lang="es-MX" sz="1100" kern="1200"/>
            <a:t> Objeto o componente del sistema (ej. Clientes que llegan a la caja de un banco, las piezas que llegan a un proceso, embarque de piezas que llegan a un inventario).</a:t>
          </a:r>
          <a:endParaRPr lang="en-US" sz="1100" kern="1200"/>
        </a:p>
      </dsp:txBody>
      <dsp:txXfrm>
        <a:off x="2902601" y="973877"/>
        <a:ext cx="1305772" cy="4407145"/>
      </dsp:txXfrm>
    </dsp:sp>
    <dsp:sp modelId="{524A4528-39E5-449E-ACD2-410DA1E0B2FA}">
      <dsp:nvSpPr>
        <dsp:cNvPr id="0" name=""/>
        <dsp:cNvSpPr/>
      </dsp:nvSpPr>
      <dsp:spPr>
        <a:xfrm>
          <a:off x="4353459" y="281681"/>
          <a:ext cx="1305772" cy="72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239BB8-596F-460C-865F-42CA335A1269}">
      <dsp:nvSpPr>
        <dsp:cNvPr id="0" name=""/>
        <dsp:cNvSpPr/>
      </dsp:nvSpPr>
      <dsp:spPr>
        <a:xfrm>
          <a:off x="5694052" y="232968"/>
          <a:ext cx="66739" cy="125354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A2D41-1786-4EFD-822F-066809F16315}">
      <dsp:nvSpPr>
        <dsp:cNvPr id="0" name=""/>
        <dsp:cNvSpPr/>
      </dsp:nvSpPr>
      <dsp:spPr>
        <a:xfrm>
          <a:off x="4740939" y="16311"/>
          <a:ext cx="530811" cy="530811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598" tIns="20598" rIns="20598" bIns="20598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4</a:t>
          </a:r>
        </a:p>
      </dsp:txBody>
      <dsp:txXfrm>
        <a:off x="4818674" y="94046"/>
        <a:ext cx="375341" cy="375341"/>
      </dsp:txXfrm>
    </dsp:sp>
    <dsp:sp modelId="{42C744DB-0865-45A4-B51F-8E71953AAAAF}">
      <dsp:nvSpPr>
        <dsp:cNvPr id="0" name=""/>
        <dsp:cNvSpPr/>
      </dsp:nvSpPr>
      <dsp:spPr>
        <a:xfrm>
          <a:off x="4353459" y="712723"/>
          <a:ext cx="1305772" cy="4668299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01" tIns="165100" rIns="103001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kern="1200"/>
            <a:t>Atributo:</a:t>
          </a:r>
          <a:r>
            <a:rPr lang="es-MX" sz="1100" kern="1200"/>
            <a:t> Características o propiedades de una entidad (ej. Si la entidad es un motor, los atributos serán su color, peso, tamaño o cilindraje)</a:t>
          </a:r>
          <a:endParaRPr lang="en-US" sz="1100" kern="1200"/>
        </a:p>
      </dsp:txBody>
      <dsp:txXfrm>
        <a:off x="4353459" y="973877"/>
        <a:ext cx="1305772" cy="4407145"/>
      </dsp:txXfrm>
    </dsp:sp>
    <dsp:sp modelId="{CB8C61E6-E222-497C-9566-1E0C9894C74B}">
      <dsp:nvSpPr>
        <dsp:cNvPr id="0" name=""/>
        <dsp:cNvSpPr/>
      </dsp:nvSpPr>
      <dsp:spPr>
        <a:xfrm>
          <a:off x="5804317" y="281681"/>
          <a:ext cx="652886" cy="7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D442A8-55EB-43E0-91EB-66807A1B34FB}">
      <dsp:nvSpPr>
        <dsp:cNvPr id="0" name=""/>
        <dsp:cNvSpPr/>
      </dsp:nvSpPr>
      <dsp:spPr>
        <a:xfrm>
          <a:off x="6191797" y="16311"/>
          <a:ext cx="530811" cy="530811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598" tIns="20598" rIns="20598" bIns="20598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5</a:t>
          </a:r>
        </a:p>
      </dsp:txBody>
      <dsp:txXfrm>
        <a:off x="6269532" y="94046"/>
        <a:ext cx="375341" cy="375341"/>
      </dsp:txXfrm>
    </dsp:sp>
    <dsp:sp modelId="{CA4B3216-0A54-4D8D-B960-CE5B0A056D2F}">
      <dsp:nvSpPr>
        <dsp:cNvPr id="0" name=""/>
        <dsp:cNvSpPr/>
      </dsp:nvSpPr>
      <dsp:spPr>
        <a:xfrm>
          <a:off x="5804317" y="712723"/>
          <a:ext cx="1305772" cy="4668299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01" tIns="165100" rIns="103001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kern="1200"/>
            <a:t>Evento:</a:t>
          </a:r>
          <a:r>
            <a:rPr lang="es-MX" sz="1100" kern="1200"/>
            <a:t> Ocurrencia que cambia el estado del sistema (ej. Entrada o salida de una entidad, finalización de un proceso en un equipo, interrupción o reactivación de una operación, descompostura de una máquina, entre otros).</a:t>
          </a:r>
          <a:endParaRPr lang="en-US" sz="1100" kern="1200"/>
        </a:p>
      </dsp:txBody>
      <dsp:txXfrm>
        <a:off x="5804317" y="973877"/>
        <a:ext cx="1305772" cy="44071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2D5EC6-075A-479E-99F7-74E1FBDDDD76}">
      <dsp:nvSpPr>
        <dsp:cNvPr id="0" name=""/>
        <dsp:cNvSpPr/>
      </dsp:nvSpPr>
      <dsp:spPr>
        <a:xfrm>
          <a:off x="0" y="0"/>
          <a:ext cx="5371795" cy="9467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kern="1200"/>
            <a:t>Las localizaciones: </a:t>
          </a:r>
          <a:r>
            <a:rPr lang="es-MX" sz="1100" kern="1200"/>
            <a:t>Son todos aquellos lugares en los que la pieza puede detenerse para ser transformada o esperar a serlo.(Ej. Almacenes, bandas transportadoras, estaciones de inspección)</a:t>
          </a:r>
          <a:endParaRPr lang="en-US" sz="1100" kern="1200"/>
        </a:p>
      </dsp:txBody>
      <dsp:txXfrm>
        <a:off x="27730" y="27730"/>
        <a:ext cx="4270162" cy="891302"/>
      </dsp:txXfrm>
    </dsp:sp>
    <dsp:sp modelId="{A9EF8247-433B-4151-A959-6E403AF70D96}">
      <dsp:nvSpPr>
        <dsp:cNvPr id="0" name=""/>
        <dsp:cNvSpPr/>
      </dsp:nvSpPr>
      <dsp:spPr>
        <a:xfrm>
          <a:off x="449887" y="1118900"/>
          <a:ext cx="5371795" cy="946762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kern="1200"/>
            <a:t>Los recursos: </a:t>
          </a:r>
          <a:r>
            <a:rPr lang="es-MX" sz="1100" kern="1200"/>
            <a:t>Son aquellos dispositivos — diferentes a las localizaciones— necesarios para llevar a cabo una operación.(Ej. Un montacargas que transporta una pieza de un lugar a otro: una persona que realiza la inspección en una estación y toma turnos para descansar)</a:t>
          </a:r>
          <a:endParaRPr lang="en-US" sz="1100" kern="1200"/>
        </a:p>
      </dsp:txBody>
      <dsp:txXfrm>
        <a:off x="477617" y="1146630"/>
        <a:ext cx="4251051" cy="891302"/>
      </dsp:txXfrm>
    </dsp:sp>
    <dsp:sp modelId="{379F2E09-51FE-4B41-9F86-61ACF205F4DE}">
      <dsp:nvSpPr>
        <dsp:cNvPr id="0" name=""/>
        <dsp:cNvSpPr/>
      </dsp:nvSpPr>
      <dsp:spPr>
        <a:xfrm>
          <a:off x="893060" y="2237801"/>
          <a:ext cx="5371795" cy="946762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kern="1200"/>
            <a:t>Las variables: </a:t>
          </a:r>
          <a:r>
            <a:rPr lang="es-MX" sz="1100" kern="1200"/>
            <a:t>Son condiciones cuyos valores se crean y modifican por medio de ecuaciones matemáticas y relaciones lógicas. Pueden ser continuas (por ejemplo, el costo promedio de operación de un sistema) o discretas (como el número de unidades que deberá envasarse en un contenedor).</a:t>
          </a:r>
          <a:endParaRPr lang="en-US" sz="1100" kern="1200"/>
        </a:p>
      </dsp:txBody>
      <dsp:txXfrm>
        <a:off x="920790" y="2265531"/>
        <a:ext cx="4257766" cy="891302"/>
      </dsp:txXfrm>
    </dsp:sp>
    <dsp:sp modelId="{036F042E-E8C7-47BA-BF1A-C768CF4E7E3A}">
      <dsp:nvSpPr>
        <dsp:cNvPr id="0" name=""/>
        <dsp:cNvSpPr/>
      </dsp:nvSpPr>
      <dsp:spPr>
        <a:xfrm>
          <a:off x="1342948" y="3356702"/>
          <a:ext cx="5371795" cy="946762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b="1" kern="1200"/>
            <a:t>Tiempo de Simulación:</a:t>
          </a:r>
          <a:r>
            <a:rPr lang="es-MX" sz="1100" kern="1200"/>
            <a:t> Periodo que se modela, que puede ser diferente del tiempo real.</a:t>
          </a:r>
          <a:endParaRPr lang="en-US" sz="1100" kern="1200"/>
        </a:p>
      </dsp:txBody>
      <dsp:txXfrm>
        <a:off x="1370678" y="3384432"/>
        <a:ext cx="4251051" cy="891302"/>
      </dsp:txXfrm>
    </dsp:sp>
    <dsp:sp modelId="{04D15820-538C-4BD7-B0F6-2A9AF4FAA57F}">
      <dsp:nvSpPr>
        <dsp:cNvPr id="0" name=""/>
        <dsp:cNvSpPr/>
      </dsp:nvSpPr>
      <dsp:spPr>
        <a:xfrm>
          <a:off x="4756399" y="725133"/>
          <a:ext cx="615395" cy="61539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6</a:t>
          </a:r>
        </a:p>
      </dsp:txBody>
      <dsp:txXfrm>
        <a:off x="4894863" y="725133"/>
        <a:ext cx="338467" cy="463085"/>
      </dsp:txXfrm>
    </dsp:sp>
    <dsp:sp modelId="{2389EA5C-45E2-46A1-8F62-A616BC31F70A}">
      <dsp:nvSpPr>
        <dsp:cNvPr id="0" name=""/>
        <dsp:cNvSpPr/>
      </dsp:nvSpPr>
      <dsp:spPr>
        <a:xfrm>
          <a:off x="5206287" y="1844034"/>
          <a:ext cx="615395" cy="61539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7</a:t>
          </a:r>
        </a:p>
      </dsp:txBody>
      <dsp:txXfrm>
        <a:off x="5344751" y="1844034"/>
        <a:ext cx="338467" cy="463085"/>
      </dsp:txXfrm>
    </dsp:sp>
    <dsp:sp modelId="{190FB1CA-C40C-46BE-8C08-9B75420F5A39}">
      <dsp:nvSpPr>
        <dsp:cNvPr id="0" name=""/>
        <dsp:cNvSpPr/>
      </dsp:nvSpPr>
      <dsp:spPr>
        <a:xfrm>
          <a:off x="5649460" y="2962935"/>
          <a:ext cx="615395" cy="61539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8</a:t>
          </a:r>
        </a:p>
      </dsp:txBody>
      <dsp:txXfrm>
        <a:off x="5787924" y="2962935"/>
        <a:ext cx="338467" cy="4630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A40EAE-049B-4B69-8B80-659799F266FE}">
      <dsp:nvSpPr>
        <dsp:cNvPr id="0" name=""/>
        <dsp:cNvSpPr/>
      </dsp:nvSpPr>
      <dsp:spPr>
        <a:xfrm>
          <a:off x="687799" y="77479"/>
          <a:ext cx="1340293" cy="134029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21CAE5-844C-4662-AD4E-3F34E06E6064}">
      <dsp:nvSpPr>
        <dsp:cNvPr id="0" name=""/>
        <dsp:cNvSpPr/>
      </dsp:nvSpPr>
      <dsp:spPr>
        <a:xfrm>
          <a:off x="969260" y="358940"/>
          <a:ext cx="777370" cy="7773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92E806-4AAB-44B9-BF49-4A746E0937F8}">
      <dsp:nvSpPr>
        <dsp:cNvPr id="0" name=""/>
        <dsp:cNvSpPr/>
      </dsp:nvSpPr>
      <dsp:spPr>
        <a:xfrm>
          <a:off x="2315298" y="77479"/>
          <a:ext cx="3159263" cy="1340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just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BO" sz="1700" b="1" i="0" kern="1200" baseline="0" dirty="0"/>
            <a:t>Análisis y Optimización:</a:t>
          </a:r>
          <a:r>
            <a:rPr lang="es-BO" sz="1700" b="0" i="0" kern="1200" baseline="0" dirty="0"/>
            <a:t> Permite analizar y optimizar sistemas complejos sin interrumpir su operación real.</a:t>
          </a:r>
          <a:endParaRPr lang="en-US" sz="1700" kern="1200" dirty="0"/>
        </a:p>
      </dsp:txBody>
      <dsp:txXfrm>
        <a:off x="2315298" y="77479"/>
        <a:ext cx="3159263" cy="1340293"/>
      </dsp:txXfrm>
    </dsp:sp>
    <dsp:sp modelId="{33A21623-58B8-4E26-BAA7-F5D341DE2920}">
      <dsp:nvSpPr>
        <dsp:cNvPr id="0" name=""/>
        <dsp:cNvSpPr/>
      </dsp:nvSpPr>
      <dsp:spPr>
        <a:xfrm>
          <a:off x="6025040" y="77479"/>
          <a:ext cx="1340293" cy="134029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C2D69F-0AC2-4BD6-ADC4-A7590063F356}">
      <dsp:nvSpPr>
        <dsp:cNvPr id="0" name=""/>
        <dsp:cNvSpPr/>
      </dsp:nvSpPr>
      <dsp:spPr>
        <a:xfrm>
          <a:off x="6306502" y="358940"/>
          <a:ext cx="777370" cy="7773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3F297-A7DD-41D9-9A78-84720E52F2E9}">
      <dsp:nvSpPr>
        <dsp:cNvPr id="0" name=""/>
        <dsp:cNvSpPr/>
      </dsp:nvSpPr>
      <dsp:spPr>
        <a:xfrm>
          <a:off x="7652539" y="77479"/>
          <a:ext cx="3159263" cy="1340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just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BO" sz="1700" b="1" i="0" kern="1200" baseline="0" dirty="0"/>
            <a:t>Experimentación:</a:t>
          </a:r>
          <a:r>
            <a:rPr lang="es-BO" sz="1700" b="0" i="0" kern="1200" baseline="0" dirty="0"/>
            <a:t> Facilita la experimentación con diferentes escenarios y políticas operativas.</a:t>
          </a:r>
          <a:endParaRPr lang="en-US" sz="1700" kern="1200" dirty="0"/>
        </a:p>
      </dsp:txBody>
      <dsp:txXfrm>
        <a:off x="7652539" y="77479"/>
        <a:ext cx="3159263" cy="1340293"/>
      </dsp:txXfrm>
    </dsp:sp>
    <dsp:sp modelId="{55FCB544-2F50-491E-B769-ADA3F8200FF1}">
      <dsp:nvSpPr>
        <dsp:cNvPr id="0" name=""/>
        <dsp:cNvSpPr/>
      </dsp:nvSpPr>
      <dsp:spPr>
        <a:xfrm>
          <a:off x="687799" y="1998547"/>
          <a:ext cx="1340293" cy="134029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8E21A3-52CC-4845-9F3D-093BC81614BB}">
      <dsp:nvSpPr>
        <dsp:cNvPr id="0" name=""/>
        <dsp:cNvSpPr/>
      </dsp:nvSpPr>
      <dsp:spPr>
        <a:xfrm>
          <a:off x="969260" y="2280008"/>
          <a:ext cx="777370" cy="7773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7B90A9-C672-4BC9-A6A7-2DFA2C303547}">
      <dsp:nvSpPr>
        <dsp:cNvPr id="0" name=""/>
        <dsp:cNvSpPr/>
      </dsp:nvSpPr>
      <dsp:spPr>
        <a:xfrm>
          <a:off x="2315298" y="1998547"/>
          <a:ext cx="3159263" cy="1340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BO" sz="1700" b="1" i="0" kern="1200" baseline="0"/>
            <a:t>Identificación de Cuellos de Botella:</a:t>
          </a:r>
          <a:r>
            <a:rPr lang="es-BO" sz="1700" b="0" i="0" kern="1200" baseline="0"/>
            <a:t> Ayuda a identificar áreas de mejora.</a:t>
          </a:r>
          <a:endParaRPr lang="en-US" sz="1700" kern="1200"/>
        </a:p>
      </dsp:txBody>
      <dsp:txXfrm>
        <a:off x="2315298" y="1998547"/>
        <a:ext cx="3159263" cy="1340293"/>
      </dsp:txXfrm>
    </dsp:sp>
    <dsp:sp modelId="{760D8C86-5780-4872-84EE-95699B6B6F44}">
      <dsp:nvSpPr>
        <dsp:cNvPr id="0" name=""/>
        <dsp:cNvSpPr/>
      </dsp:nvSpPr>
      <dsp:spPr>
        <a:xfrm>
          <a:off x="6025040" y="1998547"/>
          <a:ext cx="1340293" cy="134029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E55E4D-8430-4412-AC3D-89C16F43BAEE}">
      <dsp:nvSpPr>
        <dsp:cNvPr id="0" name=""/>
        <dsp:cNvSpPr/>
      </dsp:nvSpPr>
      <dsp:spPr>
        <a:xfrm>
          <a:off x="6306502" y="2280008"/>
          <a:ext cx="777370" cy="7773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C27E9A-67CC-45E4-9D3E-4184E18844EE}">
      <dsp:nvSpPr>
        <dsp:cNvPr id="0" name=""/>
        <dsp:cNvSpPr/>
      </dsp:nvSpPr>
      <dsp:spPr>
        <a:xfrm>
          <a:off x="7652539" y="1998547"/>
          <a:ext cx="3159263" cy="1340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just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BO" sz="1700" b="1" i="0" kern="1200" baseline="0" dirty="0"/>
            <a:t>Reducción de Costos:</a:t>
          </a:r>
          <a:r>
            <a:rPr lang="es-BO" sz="1700" b="0" i="0" kern="1200" baseline="0" dirty="0"/>
            <a:t> Disminuye los riesgos y costos asociados con la implementación de cambios en el sistema real. </a:t>
          </a:r>
          <a:endParaRPr lang="en-US" sz="1700" kern="1200" dirty="0"/>
        </a:p>
      </dsp:txBody>
      <dsp:txXfrm>
        <a:off x="7652539" y="1998547"/>
        <a:ext cx="3159263" cy="13402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F6F52-9E2C-442D-9848-66B909FA9779}">
      <dsp:nvSpPr>
        <dsp:cNvPr id="0" name=""/>
        <dsp:cNvSpPr/>
      </dsp:nvSpPr>
      <dsp:spPr>
        <a:xfrm>
          <a:off x="0" y="2215"/>
          <a:ext cx="6651253" cy="11230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699BB-A53E-47F3-B414-D7FB26DE048D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AC3F69-2D85-4F6C-AA33-BD3D570A93F1}">
      <dsp:nvSpPr>
        <dsp:cNvPr id="0" name=""/>
        <dsp:cNvSpPr/>
      </dsp:nvSpPr>
      <dsp:spPr>
        <a:xfrm>
          <a:off x="1297085" y="2215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BO" sz="1900" b="1" i="0" kern="1200" baseline="0" dirty="0"/>
            <a:t>Costos y Tiempo:</a:t>
          </a:r>
          <a:r>
            <a:rPr lang="es-BO" sz="1900" b="0" i="0" kern="1200" baseline="0" dirty="0"/>
            <a:t> Puede ser costosa y requerir mucho tiempo para desarrollar y validar modelos complejos.</a:t>
          </a:r>
          <a:endParaRPr lang="en-US" sz="1900" kern="1200" dirty="0"/>
        </a:p>
      </dsp:txBody>
      <dsp:txXfrm>
        <a:off x="1297085" y="2215"/>
        <a:ext cx="5354167" cy="1123017"/>
      </dsp:txXfrm>
    </dsp:sp>
    <dsp:sp modelId="{8E0B3EE5-360C-4DB6-B6F3-09EDB69B84E1}">
      <dsp:nvSpPr>
        <dsp:cNvPr id="0" name=""/>
        <dsp:cNvSpPr/>
      </dsp:nvSpPr>
      <dsp:spPr>
        <a:xfrm>
          <a:off x="0" y="1405987"/>
          <a:ext cx="6651253" cy="11230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880D24-B8F0-45A1-B7CE-861719D1375F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E70E66-4543-41FC-A22D-7A388EBAD02C}">
      <dsp:nvSpPr>
        <dsp:cNvPr id="0" name=""/>
        <dsp:cNvSpPr/>
      </dsp:nvSpPr>
      <dsp:spPr>
        <a:xfrm>
          <a:off x="1297085" y="1405987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BO" sz="1900" b="1" i="0" kern="1200" baseline="0" dirty="0"/>
            <a:t>Dependencia de Datos:</a:t>
          </a:r>
          <a:r>
            <a:rPr lang="es-BO" sz="1900" b="0" i="0" kern="1200" baseline="0" dirty="0"/>
            <a:t> Los resultados dependen de la precisión de los datos y suposiciones iniciales.</a:t>
          </a:r>
          <a:endParaRPr lang="en-US" sz="1900" kern="1200" dirty="0"/>
        </a:p>
      </dsp:txBody>
      <dsp:txXfrm>
        <a:off x="1297085" y="1405987"/>
        <a:ext cx="5354167" cy="1123017"/>
      </dsp:txXfrm>
    </dsp:sp>
    <dsp:sp modelId="{9F45AD94-D2C2-4D28-801D-9D23A4310453}">
      <dsp:nvSpPr>
        <dsp:cNvPr id="0" name=""/>
        <dsp:cNvSpPr/>
      </dsp:nvSpPr>
      <dsp:spPr>
        <a:xfrm>
          <a:off x="0" y="2809759"/>
          <a:ext cx="6651253" cy="11230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22A9BF-3EC8-4498-8183-669B54049464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F2FB23-9479-4F85-AEF4-97A47F57F93C}">
      <dsp:nvSpPr>
        <dsp:cNvPr id="0" name=""/>
        <dsp:cNvSpPr/>
      </dsp:nvSpPr>
      <dsp:spPr>
        <a:xfrm>
          <a:off x="1297085" y="2809759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BO" sz="1900" b="1" i="0" kern="1200" baseline="0"/>
            <a:t>Interpretación de Resultados:</a:t>
          </a:r>
          <a:r>
            <a:rPr lang="es-BO" sz="1900" b="0" i="0" kern="1200" baseline="0"/>
            <a:t> No proporciona soluciones óptimas automáticamente, requiere análisis por parte del usuario.</a:t>
          </a:r>
          <a:endParaRPr lang="en-US" sz="1900" kern="1200"/>
        </a:p>
      </dsp:txBody>
      <dsp:txXfrm>
        <a:off x="1297085" y="2809759"/>
        <a:ext cx="5354167" cy="1123017"/>
      </dsp:txXfrm>
    </dsp:sp>
    <dsp:sp modelId="{242498DE-F024-4F6E-A163-53D6E90CDDD3}">
      <dsp:nvSpPr>
        <dsp:cNvPr id="0" name=""/>
        <dsp:cNvSpPr/>
      </dsp:nvSpPr>
      <dsp:spPr>
        <a:xfrm>
          <a:off x="0" y="4213530"/>
          <a:ext cx="6651253" cy="11230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2E6ADC-AA83-49A2-B2B9-DAFB126903BF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D57CDA-84FF-4430-AA87-0ED2AF9730FB}">
      <dsp:nvSpPr>
        <dsp:cNvPr id="0" name=""/>
        <dsp:cNvSpPr/>
      </dsp:nvSpPr>
      <dsp:spPr>
        <a:xfrm>
          <a:off x="1297085" y="4213530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BO" sz="1900" b="1" i="0" kern="1200" baseline="0"/>
            <a:t>Complejidad:</a:t>
          </a:r>
          <a:r>
            <a:rPr lang="es-BO" sz="1900" b="0" i="0" kern="1200" baseline="0"/>
            <a:t> Puede ser difícil de entender y comunicar a personas no familiarizadas con la técnica. </a:t>
          </a:r>
          <a:endParaRPr lang="en-US" sz="1900" kern="1200"/>
        </a:p>
      </dsp:txBody>
      <dsp:txXfrm>
        <a:off x="1297085" y="4213530"/>
        <a:ext cx="5354167" cy="112301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FD2E63-67F9-48DC-A90C-B1E3D6FD8C3D}">
      <dsp:nvSpPr>
        <dsp:cNvPr id="0" name=""/>
        <dsp:cNvSpPr/>
      </dsp:nvSpPr>
      <dsp:spPr>
        <a:xfrm>
          <a:off x="1001886" y="364937"/>
          <a:ext cx="5025363" cy="5025363"/>
        </a:xfrm>
        <a:prstGeom prst="pie">
          <a:avLst>
            <a:gd name="adj1" fmla="val 16200000"/>
            <a:gd name="adj2" fmla="val 19285716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BO" sz="1000" b="1" i="0" kern="1200" baseline="0" dirty="0"/>
            <a:t>Definición del Problema: </a:t>
          </a:r>
          <a:r>
            <a:rPr lang="es-BO" sz="1000" b="0" i="0" kern="1200" baseline="0" dirty="0"/>
            <a:t>Identificar el sistema y los objetivos del estudio.</a:t>
          </a:r>
          <a:endParaRPr lang="en-US" sz="1000" kern="1200" dirty="0"/>
        </a:p>
      </dsp:txBody>
      <dsp:txXfrm>
        <a:off x="3641997" y="831578"/>
        <a:ext cx="1196515" cy="957212"/>
      </dsp:txXfrm>
    </dsp:sp>
    <dsp:sp modelId="{011AF7DE-4952-4014-BB15-E675308A1D76}">
      <dsp:nvSpPr>
        <dsp:cNvPr id="0" name=""/>
        <dsp:cNvSpPr/>
      </dsp:nvSpPr>
      <dsp:spPr>
        <a:xfrm>
          <a:off x="1066498" y="445701"/>
          <a:ext cx="5025363" cy="5025363"/>
        </a:xfrm>
        <a:prstGeom prst="pie">
          <a:avLst>
            <a:gd name="adj1" fmla="val 19285716"/>
            <a:gd name="adj2" fmla="val 771428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BO" sz="1000" b="0" i="0" kern="1200" baseline="0" dirty="0"/>
            <a:t>Construcción del Modelo </a:t>
          </a:r>
          <a:r>
            <a:rPr lang="es-BO" sz="1000" b="1" i="0" kern="1200" baseline="0" dirty="0"/>
            <a:t>Conceptual:</a:t>
          </a:r>
          <a:r>
            <a:rPr lang="es-BO" sz="1000" b="0" i="0" kern="1200" baseline="0" dirty="0"/>
            <a:t> Crear una representación abstracta del sistema.</a:t>
          </a:r>
          <a:endParaRPr lang="en-US" sz="1000" kern="1200" dirty="0"/>
        </a:p>
      </dsp:txBody>
      <dsp:txXfrm>
        <a:off x="4479557" y="2267396"/>
        <a:ext cx="1375992" cy="837560"/>
      </dsp:txXfrm>
    </dsp:sp>
    <dsp:sp modelId="{821A2C17-79F7-4C00-884D-C31CEF1713F4}">
      <dsp:nvSpPr>
        <dsp:cNvPr id="0" name=""/>
        <dsp:cNvSpPr/>
      </dsp:nvSpPr>
      <dsp:spPr>
        <a:xfrm>
          <a:off x="1043166" y="547405"/>
          <a:ext cx="5025363" cy="5025363"/>
        </a:xfrm>
        <a:prstGeom prst="pie">
          <a:avLst>
            <a:gd name="adj1" fmla="val 771428"/>
            <a:gd name="adj2" fmla="val 3857143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BO" sz="1000" b="1" i="0" kern="1200" baseline="0" dirty="0"/>
            <a:t>Formulación del Modelo Matemático:</a:t>
          </a:r>
          <a:r>
            <a:rPr lang="es-BO" sz="1000" b="0" i="0" kern="1200" baseline="0" dirty="0"/>
            <a:t> Traducir el modelo conceptual en ecuaciones y algoritmos.</a:t>
          </a:r>
          <a:endParaRPr lang="en-US" sz="1000" kern="1200" dirty="0"/>
        </a:p>
      </dsp:txBody>
      <dsp:txXfrm>
        <a:off x="4270167" y="3523737"/>
        <a:ext cx="1196515" cy="927299"/>
      </dsp:txXfrm>
    </dsp:sp>
    <dsp:sp modelId="{1EB7CDA7-CD99-4E9D-9D4E-89208F25BE6B}">
      <dsp:nvSpPr>
        <dsp:cNvPr id="0" name=""/>
        <dsp:cNvSpPr/>
      </dsp:nvSpPr>
      <dsp:spPr>
        <a:xfrm>
          <a:off x="949838" y="592275"/>
          <a:ext cx="5025363" cy="5025363"/>
        </a:xfrm>
        <a:prstGeom prst="pie">
          <a:avLst>
            <a:gd name="adj1" fmla="val 3857226"/>
            <a:gd name="adj2" fmla="val 6942858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BO" sz="1000" b="1" i="0" kern="1200" baseline="0" dirty="0"/>
            <a:t>Implementación del Modelo:</a:t>
          </a:r>
          <a:r>
            <a:rPr lang="es-BO" sz="1000" b="0" i="0" kern="1200" baseline="0" dirty="0"/>
            <a:t> Programar el modelo en un software de simulación.</a:t>
          </a:r>
          <a:endParaRPr lang="en-US" sz="1000" kern="1200" dirty="0"/>
        </a:p>
      </dsp:txBody>
      <dsp:txXfrm>
        <a:off x="2879218" y="4540775"/>
        <a:ext cx="1166602" cy="837560"/>
      </dsp:txXfrm>
    </dsp:sp>
    <dsp:sp modelId="{595B3539-12C3-43EA-AF3F-9BD8DDBD3CF7}">
      <dsp:nvSpPr>
        <dsp:cNvPr id="0" name=""/>
        <dsp:cNvSpPr/>
      </dsp:nvSpPr>
      <dsp:spPr>
        <a:xfrm>
          <a:off x="856509" y="547405"/>
          <a:ext cx="5025363" cy="5025363"/>
        </a:xfrm>
        <a:prstGeom prst="pie">
          <a:avLst>
            <a:gd name="adj1" fmla="val 6942858"/>
            <a:gd name="adj2" fmla="val 10028574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BO" sz="1000" b="1" i="0" kern="1200" baseline="0" dirty="0"/>
            <a:t>Verificación y Validación:</a:t>
          </a:r>
          <a:r>
            <a:rPr lang="es-BO" sz="1000" b="0" i="0" kern="1200" baseline="0" dirty="0"/>
            <a:t> Asegurar que el modelo funciona correctamente y representa adecuadamente el sistema real.</a:t>
          </a:r>
          <a:endParaRPr lang="en-US" sz="1000" kern="1200" dirty="0"/>
        </a:p>
      </dsp:txBody>
      <dsp:txXfrm>
        <a:off x="1458357" y="3523737"/>
        <a:ext cx="1196515" cy="927299"/>
      </dsp:txXfrm>
    </dsp:sp>
    <dsp:sp modelId="{DB367D4F-0A27-4A6F-B885-FF61A4F2CAAF}">
      <dsp:nvSpPr>
        <dsp:cNvPr id="0" name=""/>
        <dsp:cNvSpPr/>
      </dsp:nvSpPr>
      <dsp:spPr>
        <a:xfrm>
          <a:off x="1110653" y="564752"/>
          <a:ext cx="4470412" cy="4787262"/>
        </a:xfrm>
        <a:prstGeom prst="pie">
          <a:avLst>
            <a:gd name="adj1" fmla="val 10028574"/>
            <a:gd name="adj2" fmla="val 13114284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BO" sz="1000" b="1" i="0" kern="1200" baseline="0" dirty="0"/>
            <a:t>Experimentación:</a:t>
          </a:r>
          <a:r>
            <a:rPr lang="es-BO" sz="1000" b="0" i="0" kern="1200" baseline="0" dirty="0"/>
            <a:t> Ejecutar el modelo bajo diferentes escenarios y analizar los resultados.</a:t>
          </a:r>
          <a:endParaRPr lang="en-US" sz="1000" kern="1200" dirty="0"/>
        </a:p>
      </dsp:txBody>
      <dsp:txXfrm>
        <a:off x="1320869" y="2300135"/>
        <a:ext cx="1224041" cy="797877"/>
      </dsp:txXfrm>
    </dsp:sp>
    <dsp:sp modelId="{173BD250-CABD-420E-84ED-F21D6CFE191A}">
      <dsp:nvSpPr>
        <dsp:cNvPr id="0" name=""/>
        <dsp:cNvSpPr/>
      </dsp:nvSpPr>
      <dsp:spPr>
        <a:xfrm>
          <a:off x="897789" y="364937"/>
          <a:ext cx="5025363" cy="5025363"/>
        </a:xfrm>
        <a:prstGeom prst="pie">
          <a:avLst>
            <a:gd name="adj1" fmla="val 13114284"/>
            <a:gd name="adj2" fmla="val 162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BO" sz="1000" b="1" i="0" kern="1200" baseline="0" dirty="0"/>
            <a:t>Documentación y Presentación:</a:t>
          </a:r>
          <a:r>
            <a:rPr lang="es-BO" sz="1000" b="0" i="0" kern="1200" baseline="0" dirty="0"/>
            <a:t> Registrar el proceso y los hallazgos para comunicar los resultados. </a:t>
          </a:r>
          <a:endParaRPr lang="en-US" sz="1000" kern="1200" dirty="0"/>
        </a:p>
      </dsp:txBody>
      <dsp:txXfrm>
        <a:off x="2086527" y="831578"/>
        <a:ext cx="1196515" cy="957212"/>
      </dsp:txXfrm>
    </dsp:sp>
    <dsp:sp modelId="{0BADE51B-C6DA-4830-9FCD-11E6E99EA66C}">
      <dsp:nvSpPr>
        <dsp:cNvPr id="0" name=""/>
        <dsp:cNvSpPr/>
      </dsp:nvSpPr>
      <dsp:spPr>
        <a:xfrm>
          <a:off x="690541" y="53843"/>
          <a:ext cx="5647551" cy="5647551"/>
        </a:xfrm>
        <a:prstGeom prst="circularArrow">
          <a:avLst>
            <a:gd name="adj1" fmla="val 5085"/>
            <a:gd name="adj2" fmla="val 327528"/>
            <a:gd name="adj3" fmla="val 18957827"/>
            <a:gd name="adj4" fmla="val 16200343"/>
            <a:gd name="adj5" fmla="val 5932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8BBE81-16F5-47F7-9F57-C86CAE2D0976}">
      <dsp:nvSpPr>
        <dsp:cNvPr id="0" name=""/>
        <dsp:cNvSpPr/>
      </dsp:nvSpPr>
      <dsp:spPr>
        <a:xfrm>
          <a:off x="755560" y="134965"/>
          <a:ext cx="5647551" cy="5647551"/>
        </a:xfrm>
        <a:prstGeom prst="circularArrow">
          <a:avLst>
            <a:gd name="adj1" fmla="val 5085"/>
            <a:gd name="adj2" fmla="val 327528"/>
            <a:gd name="adj3" fmla="val 443744"/>
            <a:gd name="adj4" fmla="val 19285776"/>
            <a:gd name="adj5" fmla="val 5932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0C4AFC-1B90-47F3-A60C-058DD0CC1F2E}">
      <dsp:nvSpPr>
        <dsp:cNvPr id="0" name=""/>
        <dsp:cNvSpPr/>
      </dsp:nvSpPr>
      <dsp:spPr>
        <a:xfrm>
          <a:off x="732145" y="236433"/>
          <a:ext cx="5647551" cy="5647551"/>
        </a:xfrm>
        <a:prstGeom prst="circularArrow">
          <a:avLst>
            <a:gd name="adj1" fmla="val 5085"/>
            <a:gd name="adj2" fmla="val 327528"/>
            <a:gd name="adj3" fmla="val 3529100"/>
            <a:gd name="adj4" fmla="val 770764"/>
            <a:gd name="adj5" fmla="val 5932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48E9A-5F64-4CC1-9BE3-CD6E46113C3D}">
      <dsp:nvSpPr>
        <dsp:cNvPr id="0" name=""/>
        <dsp:cNvSpPr/>
      </dsp:nvSpPr>
      <dsp:spPr>
        <a:xfrm>
          <a:off x="638744" y="281049"/>
          <a:ext cx="5647551" cy="5647551"/>
        </a:xfrm>
        <a:prstGeom prst="circularArrow">
          <a:avLst>
            <a:gd name="adj1" fmla="val 5085"/>
            <a:gd name="adj2" fmla="val 327528"/>
            <a:gd name="adj3" fmla="val 6615046"/>
            <a:gd name="adj4" fmla="val 3857426"/>
            <a:gd name="adj5" fmla="val 5932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47EBF-116F-4B52-A1BE-B757D2A08EAE}">
      <dsp:nvSpPr>
        <dsp:cNvPr id="0" name=""/>
        <dsp:cNvSpPr/>
      </dsp:nvSpPr>
      <dsp:spPr>
        <a:xfrm>
          <a:off x="545342" y="236433"/>
          <a:ext cx="5647551" cy="5647551"/>
        </a:xfrm>
        <a:prstGeom prst="circularArrow">
          <a:avLst>
            <a:gd name="adj1" fmla="val 5085"/>
            <a:gd name="adj2" fmla="val 327528"/>
            <a:gd name="adj3" fmla="val 9701707"/>
            <a:gd name="adj4" fmla="val 6943371"/>
            <a:gd name="adj5" fmla="val 5932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BD7682-FDCC-4824-88FA-0F54A02E4B92}">
      <dsp:nvSpPr>
        <dsp:cNvPr id="0" name=""/>
        <dsp:cNvSpPr/>
      </dsp:nvSpPr>
      <dsp:spPr>
        <a:xfrm>
          <a:off x="523696" y="135778"/>
          <a:ext cx="5647551" cy="5647551"/>
        </a:xfrm>
        <a:prstGeom prst="circularArrow">
          <a:avLst>
            <a:gd name="adj1" fmla="val 5085"/>
            <a:gd name="adj2" fmla="val 327528"/>
            <a:gd name="adj3" fmla="val 12786695"/>
            <a:gd name="adj4" fmla="val 10028727"/>
            <a:gd name="adj5" fmla="val 5932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A5D924-568E-477E-AC6A-6D9C07383188}">
      <dsp:nvSpPr>
        <dsp:cNvPr id="0" name=""/>
        <dsp:cNvSpPr/>
      </dsp:nvSpPr>
      <dsp:spPr>
        <a:xfrm>
          <a:off x="586946" y="53843"/>
          <a:ext cx="5647551" cy="5647551"/>
        </a:xfrm>
        <a:prstGeom prst="circularArrow">
          <a:avLst>
            <a:gd name="adj1" fmla="val 5085"/>
            <a:gd name="adj2" fmla="val 327528"/>
            <a:gd name="adj3" fmla="val 15872129"/>
            <a:gd name="adj4" fmla="val 13114645"/>
            <a:gd name="adj5" fmla="val 5932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639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760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21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141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358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534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2/4/2025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959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8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608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54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pPr/>
              <a:t>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489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670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7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8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0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0513BAC-17AA-0988-934E-075CA1BCD9D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502731" y="1542402"/>
            <a:ext cx="5186842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MODELA</a:t>
            </a:r>
            <a:r>
              <a:rPr lang="en-US" sz="5200" dirty="0">
                <a:solidFill>
                  <a:schemeClr val="tx2"/>
                </a:solidFill>
              </a:rPr>
              <a:t>CIÓN</a:t>
            </a:r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Y SIMULACIÓN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CA8EED-DC16-119C-86A6-564A2AE2325F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502135" y="4001587"/>
            <a:ext cx="5188034" cy="68207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TEMA 1 INTRODUCCIÓN</a:t>
            </a:r>
          </a:p>
          <a:p>
            <a:pPr marL="0" indent="0" algn="ctr">
              <a:buNone/>
            </a:pPr>
            <a:endParaRPr lang="en-US" sz="24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2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4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48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50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2617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88391D-CCCB-9E96-BF5C-06B101A1C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s-MX" b="1" dirty="0"/>
              <a:t>¿Qué es la Simulación?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ECC855-C0E8-7F29-3909-24CCA737F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s-MX" sz="2000" b="1" dirty="0"/>
              <a:t>Definición:</a:t>
            </a:r>
            <a:r>
              <a:rPr lang="es-MX" sz="2000" dirty="0"/>
              <a:t> La simulación es el proceso de diseñar un modelo de un sistema real y llevar a cabo experimentos con este modelo para entender su comportamiento o evaluar diversas estrategias para la operación del sistema.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2000" b="1" dirty="0"/>
              <a:t>Importancia:</a:t>
            </a:r>
            <a:r>
              <a:rPr lang="es-MX" sz="2000" dirty="0"/>
              <a:t> Se utiliza en una variedad de disciplinas, como ingeniería, economía, biología y ciencias sociales, para analizar y optimizar sistemas complejos sin riesgo ni costos elevados.</a:t>
            </a:r>
          </a:p>
          <a:p>
            <a:endParaRPr lang="es-BO" sz="2000" dirty="0"/>
          </a:p>
        </p:txBody>
      </p:sp>
      <p:pic>
        <p:nvPicPr>
          <p:cNvPr id="5" name="Picture 4" descr="Bombilla en fondo amarillo con rayos de luz y cable pintados">
            <a:extLst>
              <a:ext uri="{FF2B5EF4-FFF2-40B4-BE49-F238E27FC236}">
                <a16:creationId xmlns:a16="http://schemas.microsoft.com/office/drawing/2014/main" id="{8B72AC70-9EEF-195A-2F49-B67164C1D8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689" r="839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83357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FC0D44-9278-0C61-EBA0-73C49E5C6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s-BO"/>
              <a:t>Tipos de Simulación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8D5BD5-66EB-B8C6-8320-3BE3F4E9C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s-MX" sz="1400" b="1" dirty="0"/>
              <a:t>Simulación Continua:</a:t>
            </a:r>
            <a:r>
              <a:rPr lang="es-MX" sz="1400" dirty="0"/>
              <a:t> Modela sistemas en los que los cambios ocurren continuamente a lo largo del tiempo (ej. modelos de crecimiento poblacional).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sz="1400" dirty="0"/>
          </a:p>
          <a:p>
            <a:pPr algn="just"/>
            <a:r>
              <a:rPr lang="es-MX" sz="1400" b="1" dirty="0"/>
              <a:t>Simulación de Eventos Discretos:</a:t>
            </a:r>
            <a:r>
              <a:rPr lang="es-MX" sz="1400" dirty="0"/>
              <a:t> Modela sistemas en los que los cambios ocurren en puntos específicos en el tiempo (ej. sistemas de colas).</a:t>
            </a:r>
          </a:p>
          <a:p>
            <a:pPr marL="0" indent="0" algn="just">
              <a:buNone/>
            </a:pPr>
            <a:endParaRPr lang="es-MX" sz="1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400" b="1" dirty="0"/>
              <a:t>Simulación Basada en Agentes:</a:t>
            </a:r>
            <a:r>
              <a:rPr lang="es-MX" sz="1400" dirty="0"/>
              <a:t> Modela sistemas donde múltiples entidades autónomas (agentes) interactúan entre sí (ej. mercados económicos, comportamiento social).</a:t>
            </a:r>
          </a:p>
          <a:p>
            <a:endParaRPr lang="es-BO" sz="1400" dirty="0"/>
          </a:p>
        </p:txBody>
      </p:sp>
      <p:pic>
        <p:nvPicPr>
          <p:cNvPr id="5" name="Picture 4" descr="Un gran chincheta roja frente a muchas chinchetas negras más pequeñas">
            <a:extLst>
              <a:ext uri="{FF2B5EF4-FFF2-40B4-BE49-F238E27FC236}">
                <a16:creationId xmlns:a16="http://schemas.microsoft.com/office/drawing/2014/main" id="{01B72ECA-F75D-A780-D037-230098A6BA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66" r="6445" b="-1"/>
          <a:stretch/>
        </p:blipFill>
        <p:spPr>
          <a:xfrm>
            <a:off x="6800986" y="772656"/>
            <a:ext cx="4747547" cy="534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48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8AE9C9-343E-661F-8604-03E6C443E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Elementos de un modelo de simulación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38FF8C-E2E2-4618-86DE-C3415004D9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70" r="2380" b="-1"/>
          <a:stretch/>
        </p:blipFill>
        <p:spPr>
          <a:xfrm>
            <a:off x="8409226" y="2422566"/>
            <a:ext cx="3003160" cy="3706524"/>
          </a:xfrm>
          <a:prstGeom prst="rect">
            <a:avLst/>
          </a:prstGeom>
        </p:spPr>
      </p:pic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7669B73-B323-0933-42F3-1AAFAD641D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3863122"/>
              </p:ext>
            </p:extLst>
          </p:nvPr>
        </p:nvGraphicFramePr>
        <p:xfrm>
          <a:off x="945870" y="1355214"/>
          <a:ext cx="7256061" cy="53973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84328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F66653-EA6D-6EF9-C055-1A8AD2E5C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Elementos de un modelo de simulación</a:t>
            </a:r>
            <a:endParaRPr lang="es-BO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96A8C5-29C0-A8A4-7165-A2ACF59DE4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62" r="17429"/>
          <a:stretch/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846E365-904D-B5E9-58AF-6FD11F3DD5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4215431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49002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B8F066-F911-6792-7DB1-0D5A8BC04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886018"/>
          </a:xfrm>
        </p:spPr>
        <p:txBody>
          <a:bodyPr/>
          <a:lstStyle/>
          <a:p>
            <a:r>
              <a:rPr lang="es-MX" sz="5400" dirty="0"/>
              <a:t>Ventajas del Uso de la Simulación</a:t>
            </a:r>
            <a:endParaRPr lang="es-BO" sz="5400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0D30DFC-C074-783B-33F5-9FE8525793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5723130"/>
              </p:ext>
            </p:extLst>
          </p:nvPr>
        </p:nvGraphicFramePr>
        <p:xfrm>
          <a:off x="482600" y="2354253"/>
          <a:ext cx="11499603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5181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D5B21A-EF08-C491-FDBA-31A11AC5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es-MX"/>
              <a:t>Desventajas del Uso de la Simulación</a:t>
            </a:r>
            <a:endParaRPr lang="es-BO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FF9B47D-537B-E083-E647-0C9F34AA85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6686251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1537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mplio grupo de paracaidistas en el aire">
            <a:extLst>
              <a:ext uri="{FF2B5EF4-FFF2-40B4-BE49-F238E27FC236}">
                <a16:creationId xmlns:a16="http://schemas.microsoft.com/office/drawing/2014/main" id="{E897EEA9-D846-200F-161F-EA3C6317CF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53" r="23186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92A7BBE-39F5-96CF-7A71-4B196BC27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s-BO" sz="4000"/>
              <a:t>Situaciones Beneficiosas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42DF10-230D-DE7A-438C-0C5B9A3ED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s-MX" sz="1600" b="1" dirty="0"/>
              <a:t>¿Cuándo Utilizar Simulación?</a:t>
            </a:r>
            <a:endParaRPr lang="es-MX" sz="16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Sistemas Complejos:</a:t>
            </a:r>
            <a:r>
              <a:rPr lang="es-MX" sz="1600" dirty="0"/>
              <a:t> Cuando el sistema es demasiado complejo para ser descrito adecuadamente mediante análisis analíticos.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Evaluación Bajo Incertidumbre:</a:t>
            </a:r>
            <a:r>
              <a:rPr lang="es-MX" sz="1600" dirty="0"/>
              <a:t> Se requiere evaluar el comportamiento del sistema bajo incertidumbre y variabilidad.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Experimentación Segura:</a:t>
            </a:r>
            <a:r>
              <a:rPr lang="es-MX" sz="1600" dirty="0"/>
              <a:t> Necesario experimentar con diferentes políticas o escenarios sin riesgos para el sistema real.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Comprensión Visual:</a:t>
            </a:r>
            <a:r>
              <a:rPr lang="es-MX" sz="1600" dirty="0"/>
              <a:t> Se busca una comprensión visual e interactiva del comportamiento del sistema.</a:t>
            </a:r>
          </a:p>
          <a:p>
            <a:endParaRPr lang="es-BO" sz="1600" dirty="0"/>
          </a:p>
        </p:txBody>
      </p:sp>
    </p:spTree>
    <p:extLst>
      <p:ext uri="{BB962C8B-B14F-4D97-AF65-F5344CB8AC3E}">
        <p14:creationId xmlns:p14="http://schemas.microsoft.com/office/powerpoint/2010/main" val="2818620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0CBFA7-925D-4216-5814-49FE9C58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s-MX" sz="5200" dirty="0"/>
              <a:t>Proceso de Desarrollo de un Modelo</a:t>
            </a:r>
            <a:endParaRPr lang="es-BO" sz="5200" dirty="0"/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A41CA237-CB03-F622-5E76-BD9F459D44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91327" y="875424"/>
          <a:ext cx="6948372" cy="5982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8277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79E26-C94B-A0A4-88F3-C0F3C32E6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143501"/>
            <a:ext cx="9144000" cy="7573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b="1"/>
              <a:t>Gráfica de Gantt de un proyecto de simulación.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39C1CAC-434C-887E-FB9E-D6F4B39AFF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15631"/>
          <a:stretch/>
        </p:blipFill>
        <p:spPr>
          <a:xfrm>
            <a:off x="877414" y="886767"/>
            <a:ext cx="10437894" cy="400693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E6E7D98-3D55-80C4-C8EA-40EC70EB1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6692" y="4888672"/>
            <a:ext cx="10439007" cy="123363"/>
            <a:chOff x="876692" y="4888672"/>
            <a:chExt cx="10439007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306F60-DCBC-4BDA-A680-F760056207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515" y="-269151"/>
              <a:ext cx="123362" cy="10439007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C26A085-CFBC-6FED-8A8F-E9371A3A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719273" y="2415609"/>
              <a:ext cx="123362" cy="5069490"/>
            </a:xfrm>
            <a:prstGeom prst="rect">
              <a:avLst/>
            </a:prstGeom>
            <a:gradFill>
              <a:gsLst>
                <a:gs pos="30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79935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34C7F-B48B-9DD3-781E-6A78D8F16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1087898"/>
          </a:xfrm>
        </p:spPr>
        <p:txBody>
          <a:bodyPr/>
          <a:lstStyle/>
          <a:p>
            <a:r>
              <a:rPr lang="es-MX" sz="2800" b="1" dirty="0"/>
              <a:t>Ejemplo 1: Identificación de elementos de un sistema</a:t>
            </a:r>
            <a:endParaRPr lang="es-BO" sz="2800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BC36AE-6FE7-6478-F712-F01D9CCA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71304"/>
            <a:ext cx="10506991" cy="4156364"/>
          </a:xfrm>
        </p:spPr>
        <p:txBody>
          <a:bodyPr/>
          <a:lstStyle/>
          <a:p>
            <a:pPr marL="0" indent="0">
              <a:buNone/>
            </a:pPr>
            <a:r>
              <a:rPr lang="es-MX" b="1" dirty="0">
                <a:solidFill>
                  <a:srgbClr val="FF0000"/>
                </a:solidFill>
              </a:rPr>
              <a:t>“ La sala de emergencia de un hospital”</a:t>
            </a:r>
          </a:p>
          <a:p>
            <a:endParaRPr lang="es-BO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8A5516D-86CD-3DEC-54D0-3CD9D367D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347073"/>
              </p:ext>
            </p:extLst>
          </p:nvPr>
        </p:nvGraphicFramePr>
        <p:xfrm>
          <a:off x="2342440" y="2576946"/>
          <a:ext cx="6528427" cy="34214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7724">
                  <a:extLst>
                    <a:ext uri="{9D8B030D-6E8A-4147-A177-3AD203B41FA5}">
                      <a16:colId xmlns:a16="http://schemas.microsoft.com/office/drawing/2014/main" val="1541218522"/>
                    </a:ext>
                  </a:extLst>
                </a:gridCol>
                <a:gridCol w="593493">
                  <a:extLst>
                    <a:ext uri="{9D8B030D-6E8A-4147-A177-3AD203B41FA5}">
                      <a16:colId xmlns:a16="http://schemas.microsoft.com/office/drawing/2014/main" val="816727872"/>
                    </a:ext>
                  </a:extLst>
                </a:gridCol>
                <a:gridCol w="593493">
                  <a:extLst>
                    <a:ext uri="{9D8B030D-6E8A-4147-A177-3AD203B41FA5}">
                      <a16:colId xmlns:a16="http://schemas.microsoft.com/office/drawing/2014/main" val="459251304"/>
                    </a:ext>
                  </a:extLst>
                </a:gridCol>
                <a:gridCol w="593493">
                  <a:extLst>
                    <a:ext uri="{9D8B030D-6E8A-4147-A177-3AD203B41FA5}">
                      <a16:colId xmlns:a16="http://schemas.microsoft.com/office/drawing/2014/main" val="3690210588"/>
                    </a:ext>
                  </a:extLst>
                </a:gridCol>
                <a:gridCol w="1279916">
                  <a:extLst>
                    <a:ext uri="{9D8B030D-6E8A-4147-A177-3AD203B41FA5}">
                      <a16:colId xmlns:a16="http://schemas.microsoft.com/office/drawing/2014/main" val="434819756"/>
                    </a:ext>
                  </a:extLst>
                </a:gridCol>
                <a:gridCol w="339827">
                  <a:extLst>
                    <a:ext uri="{9D8B030D-6E8A-4147-A177-3AD203B41FA5}">
                      <a16:colId xmlns:a16="http://schemas.microsoft.com/office/drawing/2014/main" val="955795489"/>
                    </a:ext>
                  </a:extLst>
                </a:gridCol>
                <a:gridCol w="196528">
                  <a:extLst>
                    <a:ext uri="{9D8B030D-6E8A-4147-A177-3AD203B41FA5}">
                      <a16:colId xmlns:a16="http://schemas.microsoft.com/office/drawing/2014/main" val="1581089916"/>
                    </a:ext>
                  </a:extLst>
                </a:gridCol>
                <a:gridCol w="396966">
                  <a:extLst>
                    <a:ext uri="{9D8B030D-6E8A-4147-A177-3AD203B41FA5}">
                      <a16:colId xmlns:a16="http://schemas.microsoft.com/office/drawing/2014/main" val="2783873996"/>
                    </a:ext>
                  </a:extLst>
                </a:gridCol>
                <a:gridCol w="193022">
                  <a:extLst>
                    <a:ext uri="{9D8B030D-6E8A-4147-A177-3AD203B41FA5}">
                      <a16:colId xmlns:a16="http://schemas.microsoft.com/office/drawing/2014/main" val="3706252643"/>
                    </a:ext>
                  </a:extLst>
                </a:gridCol>
                <a:gridCol w="400472">
                  <a:extLst>
                    <a:ext uri="{9D8B030D-6E8A-4147-A177-3AD203B41FA5}">
                      <a16:colId xmlns:a16="http://schemas.microsoft.com/office/drawing/2014/main" val="3827987228"/>
                    </a:ext>
                  </a:extLst>
                </a:gridCol>
                <a:gridCol w="593493">
                  <a:extLst>
                    <a:ext uri="{9D8B030D-6E8A-4147-A177-3AD203B41FA5}">
                      <a16:colId xmlns:a16="http://schemas.microsoft.com/office/drawing/2014/main" val="2965432611"/>
                    </a:ext>
                  </a:extLst>
                </a:gridCol>
              </a:tblGrid>
              <a:tr h="156643"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extLst>
                  <a:ext uri="{0D108BD9-81ED-4DB2-BD59-A6C34878D82A}">
                    <a16:rowId xmlns:a16="http://schemas.microsoft.com/office/drawing/2014/main" val="566969342"/>
                  </a:ext>
                </a:extLst>
              </a:tr>
              <a:tr h="180388">
                <a:tc>
                  <a:txBody>
                    <a:bodyPr/>
                    <a:lstStyle/>
                    <a:p>
                      <a:pPr algn="l" fontAlgn="b"/>
                      <a:r>
                        <a:rPr lang="es-BO" sz="900" b="1" u="none" strike="noStrike">
                          <a:effectLst/>
                        </a:rPr>
                        <a:t>ENTIDADES</a:t>
                      </a:r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BO" sz="900" b="1" u="none" strike="noStrike" dirty="0">
                          <a:effectLst/>
                        </a:rPr>
                        <a:t>EVENTOS</a:t>
                      </a:r>
                      <a:endParaRPr lang="es-BO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BO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extLst>
                  <a:ext uri="{0D108BD9-81ED-4DB2-BD59-A6C34878D82A}">
                    <a16:rowId xmlns:a16="http://schemas.microsoft.com/office/drawing/2014/main" val="3211025788"/>
                  </a:ext>
                </a:extLst>
              </a:tr>
              <a:tr h="174374"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BO" sz="900" u="none" strike="noStrike">
                          <a:effectLst/>
                        </a:rPr>
                        <a:t>Doctores</a:t>
                      </a:r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BO" sz="900" b="1" i="1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Actuales</a:t>
                      </a:r>
                      <a:endParaRPr lang="es-BO" sz="900" b="1" i="1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BO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extLst>
                  <a:ext uri="{0D108BD9-81ED-4DB2-BD59-A6C34878D82A}">
                    <a16:rowId xmlns:a16="http://schemas.microsoft.com/office/drawing/2014/main" val="3024073917"/>
                  </a:ext>
                </a:extLst>
              </a:tr>
              <a:tr h="174374"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BO" sz="900" u="none" strike="noStrike">
                          <a:effectLst/>
                        </a:rPr>
                        <a:t>Pacientes</a:t>
                      </a:r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s-BO" sz="900" u="none" strike="noStrike" dirty="0">
                          <a:effectLst/>
                        </a:rPr>
                        <a:t>Médicos trabajando</a:t>
                      </a:r>
                      <a:endParaRPr lang="es-BO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extLst>
                  <a:ext uri="{0D108BD9-81ED-4DB2-BD59-A6C34878D82A}">
                    <a16:rowId xmlns:a16="http://schemas.microsoft.com/office/drawing/2014/main" val="1179504873"/>
                  </a:ext>
                </a:extLst>
              </a:tr>
              <a:tr h="307273"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BO" sz="900" u="none" strike="noStrike">
                          <a:effectLst/>
                        </a:rPr>
                        <a:t>Enfermeros</a:t>
                      </a:r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s-BO" sz="900" u="none" strike="noStrike" dirty="0">
                          <a:effectLst/>
                        </a:rPr>
                        <a:t>Pacientes atendidos</a:t>
                      </a:r>
                      <a:endParaRPr lang="es-BO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extLst>
                  <a:ext uri="{0D108BD9-81ED-4DB2-BD59-A6C34878D82A}">
                    <a16:rowId xmlns:a16="http://schemas.microsoft.com/office/drawing/2014/main" val="2500662109"/>
                  </a:ext>
                </a:extLst>
              </a:tr>
              <a:tr h="285610"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BO" sz="900" u="none" strike="noStrike">
                          <a:effectLst/>
                        </a:rPr>
                        <a:t>Asistentes</a:t>
                      </a:r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BO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extLst>
                  <a:ext uri="{0D108BD9-81ED-4DB2-BD59-A6C34878D82A}">
                    <a16:rowId xmlns:a16="http://schemas.microsoft.com/office/drawing/2014/main" val="1238760028"/>
                  </a:ext>
                </a:extLst>
              </a:tr>
              <a:tr h="180388"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BO" sz="900" b="1" i="1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Futuros</a:t>
                      </a:r>
                      <a:endParaRPr lang="es-BO" sz="900" b="1" i="1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BO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extLst>
                  <a:ext uri="{0D108BD9-81ED-4DB2-BD59-A6C34878D82A}">
                    <a16:rowId xmlns:a16="http://schemas.microsoft.com/office/drawing/2014/main" val="2180605307"/>
                  </a:ext>
                </a:extLst>
              </a:tr>
              <a:tr h="307273">
                <a:tc>
                  <a:txBody>
                    <a:bodyPr/>
                    <a:lstStyle/>
                    <a:p>
                      <a:pPr algn="l" fontAlgn="b"/>
                      <a:r>
                        <a:rPr lang="es-BO" sz="900" b="1" u="none" strike="noStrike" dirty="0">
                          <a:effectLst/>
                        </a:rPr>
                        <a:t>ESTADOS DEL SISTEMA</a:t>
                      </a:r>
                      <a:endParaRPr lang="es-BO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just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6">
                  <a:txBody>
                    <a:bodyPr/>
                    <a:lstStyle/>
                    <a:p>
                      <a:pPr algn="l" fontAlgn="b"/>
                      <a:r>
                        <a:rPr lang="es-BO" sz="900" u="none" strike="noStrike">
                          <a:effectLst/>
                        </a:rPr>
                        <a:t>Cambio de turnos doctores, asistentes</a:t>
                      </a:r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896450"/>
                  </a:ext>
                </a:extLst>
              </a:tr>
              <a:tr h="307273"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BO" sz="900" u="none" strike="noStrike" dirty="0">
                          <a:effectLst/>
                        </a:rPr>
                        <a:t>Usuarios atendidos</a:t>
                      </a:r>
                      <a:endParaRPr lang="es-BO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6">
                  <a:txBody>
                    <a:bodyPr/>
                    <a:lstStyle/>
                    <a:p>
                      <a:pPr algn="l" fontAlgn="b"/>
                      <a:r>
                        <a:rPr lang="es-MX" sz="900" u="none" strike="noStrike">
                          <a:effectLst/>
                        </a:rPr>
                        <a:t>Llegadas de pacientes con mayor gravedad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870540"/>
                  </a:ext>
                </a:extLst>
              </a:tr>
              <a:tr h="180388"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BO" sz="900" u="none" strike="noStrike" dirty="0">
                          <a:effectLst/>
                        </a:rPr>
                        <a:t>Usuarios en espera</a:t>
                      </a:r>
                      <a:endParaRPr lang="es-BO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extLst>
                  <a:ext uri="{0D108BD9-81ED-4DB2-BD59-A6C34878D82A}">
                    <a16:rowId xmlns:a16="http://schemas.microsoft.com/office/drawing/2014/main" val="1984144117"/>
                  </a:ext>
                </a:extLst>
              </a:tr>
              <a:tr h="180388"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BO" sz="900" u="none" strike="noStrike" dirty="0">
                          <a:effectLst/>
                        </a:rPr>
                        <a:t>Usuarios dados de alta</a:t>
                      </a:r>
                      <a:endParaRPr lang="es-BO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BO" sz="900" b="1" u="none" strike="noStrike" dirty="0">
                          <a:effectLst/>
                        </a:rPr>
                        <a:t>LOCALIZACIONES</a:t>
                      </a:r>
                      <a:endParaRPr lang="es-BO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extLst>
                  <a:ext uri="{0D108BD9-81ED-4DB2-BD59-A6C34878D82A}">
                    <a16:rowId xmlns:a16="http://schemas.microsoft.com/office/drawing/2014/main" val="772235885"/>
                  </a:ext>
                </a:extLst>
              </a:tr>
              <a:tr h="174374"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BO" sz="900" u="none" strike="noStrike">
                          <a:effectLst/>
                        </a:rPr>
                        <a:t>Doctores en el turno</a:t>
                      </a:r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BO" sz="900" u="none" strike="noStrike">
                          <a:effectLst/>
                        </a:rPr>
                        <a:t>Sala de espera</a:t>
                      </a:r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extLst>
                  <a:ext uri="{0D108BD9-81ED-4DB2-BD59-A6C34878D82A}">
                    <a16:rowId xmlns:a16="http://schemas.microsoft.com/office/drawing/2014/main" val="317475054"/>
                  </a:ext>
                </a:extLst>
              </a:tr>
              <a:tr h="156643"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BO" sz="900" u="none" strike="noStrike">
                          <a:effectLst/>
                        </a:rPr>
                        <a:t>Asistentes en el turno</a:t>
                      </a:r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BO" sz="900" u="none" strike="noStrike">
                          <a:effectLst/>
                        </a:rPr>
                        <a:t>Consultorio</a:t>
                      </a:r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extLst>
                  <a:ext uri="{0D108BD9-81ED-4DB2-BD59-A6C34878D82A}">
                    <a16:rowId xmlns:a16="http://schemas.microsoft.com/office/drawing/2014/main" val="3874632216"/>
                  </a:ext>
                </a:extLst>
              </a:tr>
              <a:tr h="174374"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BO" sz="900" u="none" strike="noStrike">
                          <a:effectLst/>
                        </a:rPr>
                        <a:t>Enfermeros en el turno</a:t>
                      </a:r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BO" sz="900" u="none" strike="noStrike">
                          <a:effectLst/>
                        </a:rPr>
                        <a:t>Recepción </a:t>
                      </a:r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extLst>
                  <a:ext uri="{0D108BD9-81ED-4DB2-BD59-A6C34878D82A}">
                    <a16:rowId xmlns:a16="http://schemas.microsoft.com/office/drawing/2014/main" val="2503155537"/>
                  </a:ext>
                </a:extLst>
              </a:tr>
              <a:tr h="307273"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BO" sz="900" u="none" strike="noStrike">
                          <a:effectLst/>
                        </a:rPr>
                        <a:t>Estacionamiento</a:t>
                      </a:r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extLst>
                  <a:ext uri="{0D108BD9-81ED-4DB2-BD59-A6C34878D82A}">
                    <a16:rowId xmlns:a16="http://schemas.microsoft.com/office/drawing/2014/main" val="1377088494"/>
                  </a:ext>
                </a:extLst>
              </a:tr>
              <a:tr h="174374"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gridSpan="5">
                  <a:txBody>
                    <a:bodyPr/>
                    <a:lstStyle/>
                    <a:p>
                      <a:pPr algn="l" fontAlgn="b"/>
                      <a:r>
                        <a:rPr lang="es-BO" sz="900" u="none" strike="noStrike">
                          <a:effectLst/>
                        </a:rPr>
                        <a:t>Pabellón de internos</a:t>
                      </a:r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BO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75" marR="5475" marT="5475" marB="0" anchor="b"/>
                </a:tc>
                <a:extLst>
                  <a:ext uri="{0D108BD9-81ED-4DB2-BD59-A6C34878D82A}">
                    <a16:rowId xmlns:a16="http://schemas.microsoft.com/office/drawing/2014/main" val="1652292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4568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79B4A-06DE-B0ED-81E0-8E2D57FE6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553509"/>
          </a:xfrm>
        </p:spPr>
        <p:txBody>
          <a:bodyPr/>
          <a:lstStyle/>
          <a:p>
            <a:r>
              <a:rPr lang="es-MX" sz="3200" b="1" dirty="0"/>
              <a:t>Ejemplo 1: Identificación de elementos de un sistema</a:t>
            </a:r>
            <a:endParaRPr lang="es-BO" sz="3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A14727-22C1-17E8-7EB2-89987DD3E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745674"/>
            <a:ext cx="10506991" cy="4133918"/>
          </a:xfrm>
        </p:spPr>
        <p:txBody>
          <a:bodyPr/>
          <a:lstStyle/>
          <a:p>
            <a:pPr marL="0" indent="0">
              <a:buNone/>
            </a:pPr>
            <a:r>
              <a:rPr lang="es-MX" b="1" dirty="0">
                <a:solidFill>
                  <a:srgbClr val="FF0000"/>
                </a:solidFill>
              </a:rPr>
              <a:t>“ La sala de emergencia de un hospital ”</a:t>
            </a:r>
          </a:p>
          <a:p>
            <a:endParaRPr lang="es-BO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3FEBC97-6D01-C18F-B050-A2F1C2D70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569978"/>
              </p:ext>
            </p:extLst>
          </p:nvPr>
        </p:nvGraphicFramePr>
        <p:xfrm>
          <a:off x="2237873" y="2887578"/>
          <a:ext cx="8066628" cy="34619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5269">
                  <a:extLst>
                    <a:ext uri="{9D8B030D-6E8A-4147-A177-3AD203B41FA5}">
                      <a16:colId xmlns:a16="http://schemas.microsoft.com/office/drawing/2014/main" val="2566910788"/>
                    </a:ext>
                  </a:extLst>
                </a:gridCol>
                <a:gridCol w="733330">
                  <a:extLst>
                    <a:ext uri="{9D8B030D-6E8A-4147-A177-3AD203B41FA5}">
                      <a16:colId xmlns:a16="http://schemas.microsoft.com/office/drawing/2014/main" val="211231240"/>
                    </a:ext>
                  </a:extLst>
                </a:gridCol>
                <a:gridCol w="733330">
                  <a:extLst>
                    <a:ext uri="{9D8B030D-6E8A-4147-A177-3AD203B41FA5}">
                      <a16:colId xmlns:a16="http://schemas.microsoft.com/office/drawing/2014/main" val="608465766"/>
                    </a:ext>
                  </a:extLst>
                </a:gridCol>
                <a:gridCol w="733330">
                  <a:extLst>
                    <a:ext uri="{9D8B030D-6E8A-4147-A177-3AD203B41FA5}">
                      <a16:colId xmlns:a16="http://schemas.microsoft.com/office/drawing/2014/main" val="3308858724"/>
                    </a:ext>
                  </a:extLst>
                </a:gridCol>
                <a:gridCol w="1268049">
                  <a:extLst>
                    <a:ext uri="{9D8B030D-6E8A-4147-A177-3AD203B41FA5}">
                      <a16:colId xmlns:a16="http://schemas.microsoft.com/office/drawing/2014/main" val="486587394"/>
                    </a:ext>
                  </a:extLst>
                </a:gridCol>
                <a:gridCol w="733330">
                  <a:extLst>
                    <a:ext uri="{9D8B030D-6E8A-4147-A177-3AD203B41FA5}">
                      <a16:colId xmlns:a16="http://schemas.microsoft.com/office/drawing/2014/main" val="2028274542"/>
                    </a:ext>
                  </a:extLst>
                </a:gridCol>
                <a:gridCol w="733330">
                  <a:extLst>
                    <a:ext uri="{9D8B030D-6E8A-4147-A177-3AD203B41FA5}">
                      <a16:colId xmlns:a16="http://schemas.microsoft.com/office/drawing/2014/main" val="2202345721"/>
                    </a:ext>
                  </a:extLst>
                </a:gridCol>
                <a:gridCol w="733330">
                  <a:extLst>
                    <a:ext uri="{9D8B030D-6E8A-4147-A177-3AD203B41FA5}">
                      <a16:colId xmlns:a16="http://schemas.microsoft.com/office/drawing/2014/main" val="665350544"/>
                    </a:ext>
                  </a:extLst>
                </a:gridCol>
                <a:gridCol w="733330">
                  <a:extLst>
                    <a:ext uri="{9D8B030D-6E8A-4147-A177-3AD203B41FA5}">
                      <a16:colId xmlns:a16="http://schemas.microsoft.com/office/drawing/2014/main" val="3937355471"/>
                    </a:ext>
                  </a:extLst>
                </a:gridCol>
              </a:tblGrid>
              <a:tr h="88836">
                <a:tc>
                  <a:txBody>
                    <a:bodyPr/>
                    <a:lstStyle/>
                    <a:p>
                      <a:pPr algn="l" fontAlgn="b"/>
                      <a:r>
                        <a:rPr lang="es-BO" sz="1100" b="1" u="none" strike="noStrike" dirty="0">
                          <a:effectLst/>
                        </a:rPr>
                        <a:t>RECURSOS</a:t>
                      </a:r>
                      <a:endParaRPr lang="es-BO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extLst>
                  <a:ext uri="{0D108BD9-81ED-4DB2-BD59-A6C34878D82A}">
                    <a16:rowId xmlns:a16="http://schemas.microsoft.com/office/drawing/2014/main" val="3044662925"/>
                  </a:ext>
                </a:extLst>
              </a:tr>
              <a:tr h="228214"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BO" sz="1100" u="none" strike="noStrike">
                          <a:effectLst/>
                        </a:rPr>
                        <a:t>Camillas</a:t>
                      </a:r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BO" sz="1100" b="1" u="none" strike="noStrike" dirty="0">
                          <a:effectLst/>
                        </a:rPr>
                        <a:t>VARIABLES</a:t>
                      </a:r>
                      <a:endParaRPr lang="es-BO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extLst>
                  <a:ext uri="{0D108BD9-81ED-4DB2-BD59-A6C34878D82A}">
                    <a16:rowId xmlns:a16="http://schemas.microsoft.com/office/drawing/2014/main" val="223629456"/>
                  </a:ext>
                </a:extLst>
              </a:tr>
              <a:tr h="228214">
                <a:tc>
                  <a:txBody>
                    <a:bodyPr/>
                    <a:lstStyle/>
                    <a:p>
                      <a:pPr algn="l" fontAlgn="b"/>
                      <a:endParaRPr lang="es-BO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BO" sz="1100" u="none" strike="noStrike">
                          <a:effectLst/>
                        </a:rPr>
                        <a:t>Camas</a:t>
                      </a:r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BO" sz="1100" b="1" i="1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Continuas</a:t>
                      </a:r>
                      <a:endParaRPr lang="es-BO" sz="1100" b="1" i="1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616153"/>
                  </a:ext>
                </a:extLst>
              </a:tr>
              <a:tr h="394555">
                <a:tc>
                  <a:txBody>
                    <a:bodyPr/>
                    <a:lstStyle/>
                    <a:p>
                      <a:pPr algn="l" fontAlgn="b"/>
                      <a:endParaRPr lang="es-BO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BO" sz="1100" u="none" strike="noStrike">
                          <a:effectLst/>
                        </a:rPr>
                        <a:t>Intrumentos Médicos</a:t>
                      </a:r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it-IT" sz="1100" u="none" strike="noStrike" dirty="0">
                          <a:effectLst/>
                        </a:rPr>
                        <a:t>Horario del turno del personal</a:t>
                      </a:r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690128"/>
                  </a:ext>
                </a:extLst>
              </a:tr>
              <a:tr h="436652">
                <a:tc>
                  <a:txBody>
                    <a:bodyPr/>
                    <a:lstStyle/>
                    <a:p>
                      <a:pPr algn="l" fontAlgn="b"/>
                      <a:endParaRPr lang="es-BO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BO" sz="1100" u="none" strike="noStrike">
                          <a:effectLst/>
                        </a:rPr>
                        <a:t>Medicamentos</a:t>
                      </a:r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BO" sz="1100" u="none" strike="noStrike" dirty="0">
                          <a:effectLst/>
                        </a:rPr>
                        <a:t>Costo de los medicamentos</a:t>
                      </a:r>
                      <a:endParaRPr lang="es-B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937565"/>
                  </a:ext>
                </a:extLst>
              </a:tr>
              <a:tr h="228214">
                <a:tc>
                  <a:txBody>
                    <a:bodyPr/>
                    <a:lstStyle/>
                    <a:p>
                      <a:pPr algn="l" fontAlgn="b"/>
                      <a:endParaRPr lang="es-BO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BO" sz="1100" u="none" strike="noStrike">
                          <a:effectLst/>
                        </a:rPr>
                        <a:t>Mesas</a:t>
                      </a:r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extLst>
                  <a:ext uri="{0D108BD9-81ED-4DB2-BD59-A6C34878D82A}">
                    <a16:rowId xmlns:a16="http://schemas.microsoft.com/office/drawing/2014/main" val="3587886213"/>
                  </a:ext>
                </a:extLst>
              </a:tr>
              <a:tr h="228214">
                <a:tc>
                  <a:txBody>
                    <a:bodyPr/>
                    <a:lstStyle/>
                    <a:p>
                      <a:pPr algn="l" fontAlgn="b"/>
                      <a:r>
                        <a:rPr lang="es-BO" sz="1100" b="1" u="none" strike="noStrike" dirty="0">
                          <a:effectLst/>
                        </a:rPr>
                        <a:t>ATRIBUTOS</a:t>
                      </a:r>
                      <a:endParaRPr lang="es-BO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BO" sz="1100" b="1" i="1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Discretas</a:t>
                      </a:r>
                      <a:endParaRPr lang="es-BO" sz="1100" b="1" i="1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extLst>
                  <a:ext uri="{0D108BD9-81ED-4DB2-BD59-A6C34878D82A}">
                    <a16:rowId xmlns:a16="http://schemas.microsoft.com/office/drawing/2014/main" val="517532437"/>
                  </a:ext>
                </a:extLst>
              </a:tr>
              <a:tr h="651044">
                <a:tc>
                  <a:txBody>
                    <a:bodyPr/>
                    <a:lstStyle/>
                    <a:p>
                      <a:pPr algn="l" fontAlgn="b"/>
                      <a:endParaRPr lang="es-BO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gridSpan="5"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 dirty="0">
                          <a:effectLst/>
                        </a:rPr>
                        <a:t>Experiencia de los doctores, enfermeros y camilleros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Número de doctores en servicio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145243"/>
                  </a:ext>
                </a:extLst>
              </a:tr>
              <a:tr h="436652">
                <a:tc>
                  <a:txBody>
                    <a:bodyPr/>
                    <a:lstStyle/>
                    <a:p>
                      <a:pPr algn="l" fontAlgn="b"/>
                      <a:endParaRPr lang="es-BO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Excelente atención hacia los pacientes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BO" sz="1100" u="none" strike="noStrike">
                          <a:effectLst/>
                        </a:rPr>
                        <a:t>Cantidad de pacientes</a:t>
                      </a:r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057178"/>
                  </a:ext>
                </a:extLst>
              </a:tr>
              <a:tr h="228214">
                <a:tc>
                  <a:txBody>
                    <a:bodyPr/>
                    <a:lstStyle/>
                    <a:p>
                      <a:pPr algn="l" fontAlgn="b"/>
                      <a:endParaRPr lang="es-BO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BO" sz="1100" u="none" strike="noStrike">
                          <a:effectLst/>
                        </a:rPr>
                        <a:t>Higiene</a:t>
                      </a:r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extLst>
                  <a:ext uri="{0D108BD9-81ED-4DB2-BD59-A6C34878D82A}">
                    <a16:rowId xmlns:a16="http://schemas.microsoft.com/office/drawing/2014/main" val="4058674482"/>
                  </a:ext>
                </a:extLst>
              </a:tr>
              <a:tr h="228214">
                <a:tc>
                  <a:txBody>
                    <a:bodyPr/>
                    <a:lstStyle/>
                    <a:p>
                      <a:pPr algn="l" fontAlgn="b"/>
                      <a:endParaRPr lang="es-BO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s-MX" sz="1100" u="none" strike="noStrike">
                          <a:effectLst/>
                        </a:rPr>
                        <a:t>Rapidez al atender a los pacientes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B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B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3" marR="6153" marT="6153" marB="0" anchor="b"/>
                </a:tc>
                <a:extLst>
                  <a:ext uri="{0D108BD9-81ED-4DB2-BD59-A6C34878D82A}">
                    <a16:rowId xmlns:a16="http://schemas.microsoft.com/office/drawing/2014/main" val="3877945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452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614</TotalTime>
  <Words>998</Words>
  <Application>Microsoft Office PowerPoint</Application>
  <PresentationFormat>Panorámica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MODELACIÓN Y SIMULACIÓN</vt:lpstr>
      <vt:lpstr>¿Qué es la Simulación?</vt:lpstr>
      <vt:lpstr>Tipos de Simulación</vt:lpstr>
      <vt:lpstr>Elementos de un modelo de simulación</vt:lpstr>
      <vt:lpstr>Elementos de un modelo de simulación</vt:lpstr>
      <vt:lpstr>Ventajas del Uso de la Simulación</vt:lpstr>
      <vt:lpstr>Desventajas del Uso de la Simulación</vt:lpstr>
      <vt:lpstr>Situaciones Beneficiosas</vt:lpstr>
      <vt:lpstr>Proceso de Desarrollo de un Modelo</vt:lpstr>
      <vt:lpstr>Gráfica de Gantt de un proyecto de simulación.</vt:lpstr>
      <vt:lpstr>Ejemplo 1: Identificación de elementos de un sistema</vt:lpstr>
      <vt:lpstr>Ejemplo 1: Identificación de elementos de un sistema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Génesis A.</dc:creator>
  <cp:lastModifiedBy>Génesis A.</cp:lastModifiedBy>
  <cp:revision>1</cp:revision>
  <dcterms:created xsi:type="dcterms:W3CDTF">2024-08-07T11:18:02Z</dcterms:created>
  <dcterms:modified xsi:type="dcterms:W3CDTF">2025-02-04T18:25:41Z</dcterms:modified>
</cp:coreProperties>
</file>